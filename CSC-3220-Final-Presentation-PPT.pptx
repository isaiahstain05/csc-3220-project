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D"/>
    <a:srgbClr val="BCC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1051" y="6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4857" y="2097924"/>
            <a:ext cx="5046137" cy="2196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6389" y="2955511"/>
            <a:ext cx="13434313" cy="40635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1729" y="7893173"/>
            <a:ext cx="12243663" cy="28173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408303" y="10638419"/>
            <a:ext cx="15287625" cy="251460"/>
            <a:chOff x="2408303" y="10638419"/>
            <a:chExt cx="15287625" cy="251460"/>
          </a:xfrm>
        </p:grpSpPr>
        <p:sp>
          <p:nvSpPr>
            <p:cNvPr id="6" name="object 6"/>
            <p:cNvSpPr/>
            <p:nvPr/>
          </p:nvSpPr>
          <p:spPr>
            <a:xfrm>
              <a:off x="2408301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2547912" y="0"/>
                  </a:moveTo>
                  <a:lnTo>
                    <a:pt x="1273949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273949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956213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2547912" y="0"/>
                  </a:moveTo>
                  <a:lnTo>
                    <a:pt x="1273962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273962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04134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5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778088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2547912" y="0"/>
                  </a:moveTo>
                  <a:lnTo>
                    <a:pt x="1273962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273962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26008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5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599966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873924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147881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421838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6046" y="2578262"/>
            <a:ext cx="4595282" cy="4275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86046" y="4460835"/>
            <a:ext cx="6923425" cy="9483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86046" y="3529074"/>
            <a:ext cx="3847970" cy="32952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6046" y="5937378"/>
            <a:ext cx="5619703" cy="4141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71210" y="6869138"/>
            <a:ext cx="8858696" cy="8632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86046" y="8337249"/>
            <a:ext cx="8559773" cy="9461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09285" y="1394769"/>
            <a:ext cx="5207338" cy="64800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11057255"/>
            <a:ext cx="20104100" cy="251460"/>
            <a:chOff x="0" y="11057255"/>
            <a:chExt cx="20104100" cy="251460"/>
          </a:xfrm>
        </p:grpSpPr>
        <p:sp>
          <p:nvSpPr>
            <p:cNvPr id="10" name="object 10"/>
            <p:cNvSpPr/>
            <p:nvPr/>
          </p:nvSpPr>
          <p:spPr>
            <a:xfrm>
              <a:off x="0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33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33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0679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136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76704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27391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2733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078075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5341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428758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11775462" y="3254541"/>
            <a:ext cx="2667635" cy="501650"/>
          </a:xfrm>
          <a:custGeom>
            <a:avLst/>
            <a:gdLst/>
            <a:ahLst/>
            <a:cxnLst/>
            <a:rect l="l" t="t" r="r" b="b"/>
            <a:pathLst>
              <a:path w="2667634" h="501650">
                <a:moveTo>
                  <a:pt x="316982" y="6663"/>
                </a:moveTo>
                <a:lnTo>
                  <a:pt x="0" y="6663"/>
                </a:lnTo>
                <a:lnTo>
                  <a:pt x="0" y="494035"/>
                </a:lnTo>
                <a:lnTo>
                  <a:pt x="318886" y="494035"/>
                </a:lnTo>
                <a:lnTo>
                  <a:pt x="318886" y="420025"/>
                </a:lnTo>
                <a:lnTo>
                  <a:pt x="88288" y="420025"/>
                </a:lnTo>
                <a:lnTo>
                  <a:pt x="88288" y="286997"/>
                </a:lnTo>
                <a:lnTo>
                  <a:pt x="300562" y="286997"/>
                </a:lnTo>
                <a:lnTo>
                  <a:pt x="300562" y="212987"/>
                </a:lnTo>
                <a:lnTo>
                  <a:pt x="88288" y="212987"/>
                </a:lnTo>
                <a:lnTo>
                  <a:pt x="88288" y="80673"/>
                </a:lnTo>
                <a:lnTo>
                  <a:pt x="316982" y="80673"/>
                </a:lnTo>
                <a:lnTo>
                  <a:pt x="316982" y="6663"/>
                </a:lnTo>
                <a:close/>
              </a:path>
              <a:path w="2667634" h="501650">
                <a:moveTo>
                  <a:pt x="468833" y="128506"/>
                </a:moveTo>
                <a:lnTo>
                  <a:pt x="386494" y="128506"/>
                </a:lnTo>
                <a:lnTo>
                  <a:pt x="386494" y="494035"/>
                </a:lnTo>
                <a:lnTo>
                  <a:pt x="472641" y="494035"/>
                </a:lnTo>
                <a:lnTo>
                  <a:pt x="472641" y="279858"/>
                </a:lnTo>
                <a:lnTo>
                  <a:pt x="473251" y="267141"/>
                </a:lnTo>
                <a:lnTo>
                  <a:pt x="487857" y="226150"/>
                </a:lnTo>
                <a:lnTo>
                  <a:pt x="518882" y="202189"/>
                </a:lnTo>
                <a:lnTo>
                  <a:pt x="549983" y="196567"/>
                </a:lnTo>
                <a:lnTo>
                  <a:pt x="695954" y="196567"/>
                </a:lnTo>
                <a:lnTo>
                  <a:pt x="693430" y="190617"/>
                </a:lnTo>
                <a:lnTo>
                  <a:pt x="468833" y="190617"/>
                </a:lnTo>
                <a:lnTo>
                  <a:pt x="468833" y="128506"/>
                </a:lnTo>
                <a:close/>
              </a:path>
              <a:path w="2667634" h="501650">
                <a:moveTo>
                  <a:pt x="695954" y="196567"/>
                </a:moveTo>
                <a:lnTo>
                  <a:pt x="549983" y="196567"/>
                </a:lnTo>
                <a:lnTo>
                  <a:pt x="565734" y="197861"/>
                </a:lnTo>
                <a:lnTo>
                  <a:pt x="579670" y="201743"/>
                </a:lnTo>
                <a:lnTo>
                  <a:pt x="610428" y="228619"/>
                </a:lnTo>
                <a:lnTo>
                  <a:pt x="621137" y="274622"/>
                </a:lnTo>
                <a:lnTo>
                  <a:pt x="621137" y="494035"/>
                </a:lnTo>
                <a:lnTo>
                  <a:pt x="707284" y="494035"/>
                </a:lnTo>
                <a:lnTo>
                  <a:pt x="707284" y="261296"/>
                </a:lnTo>
                <a:lnTo>
                  <a:pt x="706591" y="244652"/>
                </a:lnTo>
                <a:lnTo>
                  <a:pt x="706479" y="241960"/>
                </a:lnTo>
                <a:lnTo>
                  <a:pt x="706406" y="240220"/>
                </a:lnTo>
                <a:lnTo>
                  <a:pt x="703536" y="220781"/>
                </a:lnTo>
                <a:lnTo>
                  <a:pt x="698672" y="202977"/>
                </a:lnTo>
                <a:lnTo>
                  <a:pt x="695954" y="196567"/>
                </a:lnTo>
                <a:close/>
              </a:path>
              <a:path w="2667634" h="501650">
                <a:moveTo>
                  <a:pt x="582109" y="123746"/>
                </a:moveTo>
                <a:lnTo>
                  <a:pt x="528074" y="133920"/>
                </a:lnTo>
                <a:lnTo>
                  <a:pt x="489478" y="163072"/>
                </a:lnTo>
                <a:lnTo>
                  <a:pt x="473117" y="190617"/>
                </a:lnTo>
                <a:lnTo>
                  <a:pt x="693430" y="190617"/>
                </a:lnTo>
                <a:lnTo>
                  <a:pt x="661385" y="148927"/>
                </a:lnTo>
                <a:lnTo>
                  <a:pt x="617508" y="127792"/>
                </a:lnTo>
                <a:lnTo>
                  <a:pt x="601089" y="124877"/>
                </a:lnTo>
                <a:lnTo>
                  <a:pt x="602573" y="124877"/>
                </a:lnTo>
                <a:lnTo>
                  <a:pt x="582109" y="123746"/>
                </a:lnTo>
                <a:close/>
              </a:path>
              <a:path w="2667634" h="501650">
                <a:moveTo>
                  <a:pt x="913989" y="123746"/>
                </a:moveTo>
                <a:lnTo>
                  <a:pt x="873831" y="129160"/>
                </a:lnTo>
                <a:lnTo>
                  <a:pt x="837599" y="145402"/>
                </a:lnTo>
                <a:lnTo>
                  <a:pt x="806841" y="171996"/>
                </a:lnTo>
                <a:lnTo>
                  <a:pt x="783103" y="208941"/>
                </a:lnTo>
                <a:lnTo>
                  <a:pt x="768110" y="255584"/>
                </a:lnTo>
                <a:lnTo>
                  <a:pt x="763133" y="311270"/>
                </a:lnTo>
                <a:lnTo>
                  <a:pt x="763113" y="311746"/>
                </a:lnTo>
                <a:lnTo>
                  <a:pt x="764347" y="340720"/>
                </a:lnTo>
                <a:lnTo>
                  <a:pt x="774223" y="391884"/>
                </a:lnTo>
                <a:lnTo>
                  <a:pt x="793633" y="433887"/>
                </a:lnTo>
                <a:lnTo>
                  <a:pt x="820524" y="466013"/>
                </a:lnTo>
                <a:lnTo>
                  <a:pt x="854227" y="488011"/>
                </a:lnTo>
                <a:lnTo>
                  <a:pt x="892779" y="499077"/>
                </a:lnTo>
                <a:lnTo>
                  <a:pt x="913751" y="500460"/>
                </a:lnTo>
                <a:lnTo>
                  <a:pt x="928788" y="499806"/>
                </a:lnTo>
                <a:lnTo>
                  <a:pt x="965867" y="489989"/>
                </a:lnTo>
                <a:lnTo>
                  <a:pt x="999184" y="464764"/>
                </a:lnTo>
                <a:lnTo>
                  <a:pt x="1018460" y="436445"/>
                </a:lnTo>
                <a:lnTo>
                  <a:pt x="1108414" y="436445"/>
                </a:lnTo>
                <a:lnTo>
                  <a:pt x="1108414" y="429782"/>
                </a:lnTo>
                <a:lnTo>
                  <a:pt x="937786" y="429782"/>
                </a:lnTo>
                <a:lnTo>
                  <a:pt x="924602" y="428860"/>
                </a:lnTo>
                <a:lnTo>
                  <a:pt x="924307" y="428860"/>
                </a:lnTo>
                <a:lnTo>
                  <a:pt x="912190" y="426093"/>
                </a:lnTo>
                <a:lnTo>
                  <a:pt x="911954" y="426093"/>
                </a:lnTo>
                <a:lnTo>
                  <a:pt x="872998" y="396287"/>
                </a:lnTo>
                <a:lnTo>
                  <a:pt x="856414" y="358523"/>
                </a:lnTo>
                <a:lnTo>
                  <a:pt x="851594" y="328449"/>
                </a:lnTo>
                <a:lnTo>
                  <a:pt x="851535" y="327943"/>
                </a:lnTo>
                <a:lnTo>
                  <a:pt x="850943" y="311746"/>
                </a:lnTo>
                <a:lnTo>
                  <a:pt x="850926" y="311270"/>
                </a:lnTo>
                <a:lnTo>
                  <a:pt x="851535" y="294731"/>
                </a:lnTo>
                <a:lnTo>
                  <a:pt x="860683" y="250825"/>
                </a:lnTo>
                <a:lnTo>
                  <a:pt x="880672" y="217627"/>
                </a:lnTo>
                <a:lnTo>
                  <a:pt x="923984" y="195362"/>
                </a:lnTo>
                <a:lnTo>
                  <a:pt x="937786" y="194425"/>
                </a:lnTo>
                <a:lnTo>
                  <a:pt x="1108414" y="194425"/>
                </a:lnTo>
                <a:lnTo>
                  <a:pt x="1108414" y="188951"/>
                </a:lnTo>
                <a:lnTo>
                  <a:pt x="1018460" y="188951"/>
                </a:lnTo>
                <a:lnTo>
                  <a:pt x="1014786" y="182184"/>
                </a:lnTo>
                <a:lnTo>
                  <a:pt x="1010428" y="175208"/>
                </a:lnTo>
                <a:lnTo>
                  <a:pt x="976636" y="140330"/>
                </a:lnTo>
                <a:lnTo>
                  <a:pt x="929338" y="124431"/>
                </a:lnTo>
                <a:lnTo>
                  <a:pt x="913989" y="123746"/>
                </a:lnTo>
                <a:close/>
              </a:path>
              <a:path w="2667634" h="501650">
                <a:moveTo>
                  <a:pt x="1108414" y="436445"/>
                </a:moveTo>
                <a:lnTo>
                  <a:pt x="1023695" y="436445"/>
                </a:lnTo>
                <a:lnTo>
                  <a:pt x="1023695" y="494035"/>
                </a:lnTo>
                <a:lnTo>
                  <a:pt x="1108414" y="494035"/>
                </a:lnTo>
                <a:lnTo>
                  <a:pt x="1108414" y="436445"/>
                </a:lnTo>
                <a:close/>
              </a:path>
              <a:path w="2667634" h="501650">
                <a:moveTo>
                  <a:pt x="1108414" y="194425"/>
                </a:moveTo>
                <a:lnTo>
                  <a:pt x="937786" y="194425"/>
                </a:lnTo>
                <a:lnTo>
                  <a:pt x="951596" y="195362"/>
                </a:lnTo>
                <a:lnTo>
                  <a:pt x="951292" y="195362"/>
                </a:lnTo>
                <a:lnTo>
                  <a:pt x="963964" y="198173"/>
                </a:lnTo>
                <a:lnTo>
                  <a:pt x="963721" y="198173"/>
                </a:lnTo>
                <a:lnTo>
                  <a:pt x="974598" y="202590"/>
                </a:lnTo>
                <a:lnTo>
                  <a:pt x="1008227" y="237275"/>
                </a:lnTo>
                <a:lnTo>
                  <a:pt x="1021196" y="278132"/>
                </a:lnTo>
                <a:lnTo>
                  <a:pt x="1023695" y="311270"/>
                </a:lnTo>
                <a:lnTo>
                  <a:pt x="1023089" y="327943"/>
                </a:lnTo>
                <a:lnTo>
                  <a:pt x="1023071" y="328449"/>
                </a:lnTo>
                <a:lnTo>
                  <a:pt x="1021294" y="343694"/>
                </a:lnTo>
                <a:lnTo>
                  <a:pt x="1021196" y="344527"/>
                </a:lnTo>
                <a:lnTo>
                  <a:pt x="1018073" y="359505"/>
                </a:lnTo>
                <a:lnTo>
                  <a:pt x="1001385" y="397120"/>
                </a:lnTo>
                <a:lnTo>
                  <a:pt x="963131" y="426093"/>
                </a:lnTo>
                <a:lnTo>
                  <a:pt x="937786" y="429782"/>
                </a:lnTo>
                <a:lnTo>
                  <a:pt x="1108414" y="429782"/>
                </a:lnTo>
                <a:lnTo>
                  <a:pt x="1108414" y="194425"/>
                </a:lnTo>
                <a:close/>
              </a:path>
              <a:path w="2667634" h="501650">
                <a:moveTo>
                  <a:pt x="1108414" y="6663"/>
                </a:moveTo>
                <a:lnTo>
                  <a:pt x="1022029" y="6663"/>
                </a:lnTo>
                <a:lnTo>
                  <a:pt x="1022029" y="188951"/>
                </a:lnTo>
                <a:lnTo>
                  <a:pt x="1108414" y="188951"/>
                </a:lnTo>
                <a:lnTo>
                  <a:pt x="1108414" y="6663"/>
                </a:lnTo>
                <a:close/>
              </a:path>
              <a:path w="2667634" h="501650">
                <a:moveTo>
                  <a:pt x="1547584" y="0"/>
                </a:moveTo>
                <a:lnTo>
                  <a:pt x="1501536" y="4283"/>
                </a:lnTo>
                <a:lnTo>
                  <a:pt x="1459058" y="17134"/>
                </a:lnTo>
                <a:lnTo>
                  <a:pt x="1420982" y="37956"/>
                </a:lnTo>
                <a:lnTo>
                  <a:pt x="1388141" y="66632"/>
                </a:lnTo>
                <a:lnTo>
                  <a:pt x="1361250" y="102507"/>
                </a:lnTo>
                <a:lnTo>
                  <a:pt x="1341023" y="145402"/>
                </a:lnTo>
                <a:lnTo>
                  <a:pt x="1328529" y="194960"/>
                </a:lnTo>
                <a:lnTo>
                  <a:pt x="1324399" y="249873"/>
                </a:lnTo>
                <a:lnTo>
                  <a:pt x="1324364" y="250825"/>
                </a:lnTo>
                <a:lnTo>
                  <a:pt x="1331339" y="322009"/>
                </a:lnTo>
                <a:lnTo>
                  <a:pt x="1352683" y="384091"/>
                </a:lnTo>
                <a:lnTo>
                  <a:pt x="1386773" y="433649"/>
                </a:lnTo>
                <a:lnTo>
                  <a:pt x="1431929" y="470475"/>
                </a:lnTo>
                <a:lnTo>
                  <a:pt x="1486960" y="493143"/>
                </a:lnTo>
                <a:lnTo>
                  <a:pt x="1550202" y="500698"/>
                </a:lnTo>
                <a:lnTo>
                  <a:pt x="1579562" y="499166"/>
                </a:lnTo>
                <a:lnTo>
                  <a:pt x="1633107" y="486911"/>
                </a:lnTo>
                <a:lnTo>
                  <a:pt x="1679363" y="462503"/>
                </a:lnTo>
                <a:lnTo>
                  <a:pt x="1716011" y="427283"/>
                </a:lnTo>
                <a:lnTo>
                  <a:pt x="1719957" y="421453"/>
                </a:lnTo>
                <a:lnTo>
                  <a:pt x="1550678" y="421453"/>
                </a:lnTo>
                <a:lnTo>
                  <a:pt x="1530837" y="420218"/>
                </a:lnTo>
                <a:lnTo>
                  <a:pt x="1478810" y="401701"/>
                </a:lnTo>
                <a:lnTo>
                  <a:pt x="1440035" y="361409"/>
                </a:lnTo>
                <a:lnTo>
                  <a:pt x="1422901" y="323184"/>
                </a:lnTo>
                <a:lnTo>
                  <a:pt x="1414214" y="276422"/>
                </a:lnTo>
                <a:lnTo>
                  <a:pt x="1413168" y="250825"/>
                </a:lnTo>
                <a:lnTo>
                  <a:pt x="1413129" y="249873"/>
                </a:lnTo>
                <a:lnTo>
                  <a:pt x="1417472" y="199303"/>
                </a:lnTo>
                <a:lnTo>
                  <a:pt x="1430501" y="157063"/>
                </a:lnTo>
                <a:lnTo>
                  <a:pt x="1451383" y="123389"/>
                </a:lnTo>
                <a:lnTo>
                  <a:pt x="1494695" y="90356"/>
                </a:lnTo>
                <a:lnTo>
                  <a:pt x="1548774" y="79245"/>
                </a:lnTo>
                <a:lnTo>
                  <a:pt x="1718304" y="79245"/>
                </a:lnTo>
                <a:lnTo>
                  <a:pt x="1710062" y="68893"/>
                </a:lnTo>
                <a:lnTo>
                  <a:pt x="1671078" y="35012"/>
                </a:lnTo>
                <a:lnTo>
                  <a:pt x="1623022" y="11898"/>
                </a:lnTo>
                <a:lnTo>
                  <a:pt x="1567470" y="743"/>
                </a:lnTo>
                <a:lnTo>
                  <a:pt x="1547584" y="0"/>
                </a:lnTo>
                <a:close/>
              </a:path>
              <a:path w="2667634" h="501650">
                <a:moveTo>
                  <a:pt x="1671807" y="304845"/>
                </a:moveTo>
                <a:lnTo>
                  <a:pt x="1663508" y="352946"/>
                </a:lnTo>
                <a:lnTo>
                  <a:pt x="1639145" y="389921"/>
                </a:lnTo>
                <a:lnTo>
                  <a:pt x="1600742" y="413421"/>
                </a:lnTo>
                <a:lnTo>
                  <a:pt x="1550678" y="421453"/>
                </a:lnTo>
                <a:lnTo>
                  <a:pt x="1719957" y="421453"/>
                </a:lnTo>
                <a:lnTo>
                  <a:pt x="1742248" y="381845"/>
                </a:lnTo>
                <a:lnTo>
                  <a:pt x="1755574" y="327705"/>
                </a:lnTo>
                <a:lnTo>
                  <a:pt x="1756663" y="307939"/>
                </a:lnTo>
                <a:lnTo>
                  <a:pt x="1691797" y="307939"/>
                </a:lnTo>
                <a:lnTo>
                  <a:pt x="1671807" y="304845"/>
                </a:lnTo>
                <a:close/>
              </a:path>
              <a:path w="2667634" h="501650">
                <a:moveTo>
                  <a:pt x="1757240" y="238926"/>
                </a:moveTo>
                <a:lnTo>
                  <a:pt x="1559483" y="238926"/>
                </a:lnTo>
                <a:lnTo>
                  <a:pt x="1559483" y="307939"/>
                </a:lnTo>
                <a:lnTo>
                  <a:pt x="1671641" y="307939"/>
                </a:lnTo>
                <a:lnTo>
                  <a:pt x="1671807" y="304845"/>
                </a:lnTo>
                <a:lnTo>
                  <a:pt x="1756834" y="304845"/>
                </a:lnTo>
                <a:lnTo>
                  <a:pt x="1757240" y="297468"/>
                </a:lnTo>
                <a:lnTo>
                  <a:pt x="1757240" y="238926"/>
                </a:lnTo>
                <a:close/>
              </a:path>
              <a:path w="2667634" h="501650">
                <a:moveTo>
                  <a:pt x="1756834" y="304845"/>
                </a:moveTo>
                <a:lnTo>
                  <a:pt x="1671807" y="304845"/>
                </a:lnTo>
                <a:lnTo>
                  <a:pt x="1691797" y="307939"/>
                </a:lnTo>
                <a:lnTo>
                  <a:pt x="1756663" y="307939"/>
                </a:lnTo>
                <a:lnTo>
                  <a:pt x="1756834" y="304845"/>
                </a:lnTo>
                <a:close/>
              </a:path>
              <a:path w="2667634" h="501650">
                <a:moveTo>
                  <a:pt x="1718304" y="79245"/>
                </a:moveTo>
                <a:lnTo>
                  <a:pt x="1548774" y="79245"/>
                </a:lnTo>
                <a:lnTo>
                  <a:pt x="1559513" y="79602"/>
                </a:lnTo>
                <a:lnTo>
                  <a:pt x="1569835" y="80673"/>
                </a:lnTo>
                <a:lnTo>
                  <a:pt x="1606721" y="91798"/>
                </a:lnTo>
                <a:lnTo>
                  <a:pt x="1641436" y="120340"/>
                </a:lnTo>
                <a:lnTo>
                  <a:pt x="1663240" y="162298"/>
                </a:lnTo>
                <a:lnTo>
                  <a:pt x="1753195" y="162298"/>
                </a:lnTo>
                <a:lnTo>
                  <a:pt x="1738158" y="111877"/>
                </a:lnTo>
                <a:lnTo>
                  <a:pt x="1720696" y="82249"/>
                </a:lnTo>
                <a:lnTo>
                  <a:pt x="1718304" y="79245"/>
                </a:lnTo>
                <a:close/>
              </a:path>
              <a:path w="2667634" h="501650">
                <a:moveTo>
                  <a:pt x="1981496" y="123746"/>
                </a:moveTo>
                <a:lnTo>
                  <a:pt x="1931521" y="129636"/>
                </a:lnTo>
                <a:lnTo>
                  <a:pt x="1888685" y="147306"/>
                </a:lnTo>
                <a:lnTo>
                  <a:pt x="1853822" y="175625"/>
                </a:lnTo>
                <a:lnTo>
                  <a:pt x="1827764" y="213463"/>
                </a:lnTo>
                <a:lnTo>
                  <a:pt x="1811701" y="259570"/>
                </a:lnTo>
                <a:lnTo>
                  <a:pt x="1806358" y="312460"/>
                </a:lnTo>
                <a:lnTo>
                  <a:pt x="1806346" y="312698"/>
                </a:lnTo>
                <a:lnTo>
                  <a:pt x="1807685" y="340125"/>
                </a:lnTo>
                <a:lnTo>
                  <a:pt x="1818394" y="389624"/>
                </a:lnTo>
                <a:lnTo>
                  <a:pt x="1839692" y="431700"/>
                </a:lnTo>
                <a:lnTo>
                  <a:pt x="1870153" y="464660"/>
                </a:lnTo>
                <a:lnTo>
                  <a:pt x="1909211" y="487922"/>
                </a:lnTo>
                <a:lnTo>
                  <a:pt x="1955616" y="499702"/>
                </a:lnTo>
                <a:lnTo>
                  <a:pt x="1981496" y="501174"/>
                </a:lnTo>
                <a:lnTo>
                  <a:pt x="2007375" y="499702"/>
                </a:lnTo>
                <a:lnTo>
                  <a:pt x="2053780" y="487922"/>
                </a:lnTo>
                <a:lnTo>
                  <a:pt x="2092823" y="464660"/>
                </a:lnTo>
                <a:lnTo>
                  <a:pt x="2122798" y="432162"/>
                </a:lnTo>
                <a:lnTo>
                  <a:pt x="1981972" y="432162"/>
                </a:lnTo>
                <a:lnTo>
                  <a:pt x="1967723" y="431165"/>
                </a:lnTo>
                <a:lnTo>
                  <a:pt x="1932473" y="416217"/>
                </a:lnTo>
                <a:lnTo>
                  <a:pt x="1908690" y="385786"/>
                </a:lnTo>
                <a:lnTo>
                  <a:pt x="1896063" y="344230"/>
                </a:lnTo>
                <a:lnTo>
                  <a:pt x="1893683" y="312460"/>
                </a:lnTo>
                <a:lnTo>
                  <a:pt x="1894278" y="296085"/>
                </a:lnTo>
                <a:lnTo>
                  <a:pt x="1903202" y="251777"/>
                </a:lnTo>
                <a:lnTo>
                  <a:pt x="1923326" y="217018"/>
                </a:lnTo>
                <a:lnTo>
                  <a:pt x="1967723" y="193056"/>
                </a:lnTo>
                <a:lnTo>
                  <a:pt x="1981972" y="192045"/>
                </a:lnTo>
                <a:lnTo>
                  <a:pt x="2122127" y="192045"/>
                </a:lnTo>
                <a:lnTo>
                  <a:pt x="2109109" y="175625"/>
                </a:lnTo>
                <a:lnTo>
                  <a:pt x="2074306" y="147306"/>
                </a:lnTo>
                <a:lnTo>
                  <a:pt x="2031470" y="129636"/>
                </a:lnTo>
                <a:lnTo>
                  <a:pt x="2007375" y="125219"/>
                </a:lnTo>
                <a:lnTo>
                  <a:pt x="1981496" y="123746"/>
                </a:lnTo>
                <a:close/>
              </a:path>
              <a:path w="2667634" h="501650">
                <a:moveTo>
                  <a:pt x="2122127" y="192045"/>
                </a:moveTo>
                <a:lnTo>
                  <a:pt x="1981972" y="192045"/>
                </a:lnTo>
                <a:lnTo>
                  <a:pt x="1995893" y="193056"/>
                </a:lnTo>
                <a:lnTo>
                  <a:pt x="2008625" y="196091"/>
                </a:lnTo>
                <a:lnTo>
                  <a:pt x="2047534" y="227206"/>
                </a:lnTo>
                <a:lnTo>
                  <a:pt x="2063820" y="265743"/>
                </a:lnTo>
                <a:lnTo>
                  <a:pt x="2069308" y="312460"/>
                </a:lnTo>
                <a:lnTo>
                  <a:pt x="2068698" y="328732"/>
                </a:lnTo>
                <a:lnTo>
                  <a:pt x="2059551" y="372906"/>
                </a:lnTo>
                <a:lnTo>
                  <a:pt x="2039651" y="407442"/>
                </a:lnTo>
                <a:lnTo>
                  <a:pt x="1995893" y="431165"/>
                </a:lnTo>
                <a:lnTo>
                  <a:pt x="1981972" y="432162"/>
                </a:lnTo>
                <a:lnTo>
                  <a:pt x="2122798" y="432162"/>
                </a:lnTo>
                <a:lnTo>
                  <a:pt x="2144464" y="389624"/>
                </a:lnTo>
                <a:lnTo>
                  <a:pt x="2155292" y="340125"/>
                </a:lnTo>
                <a:lnTo>
                  <a:pt x="2156645" y="312698"/>
                </a:lnTo>
                <a:lnTo>
                  <a:pt x="2155292" y="285257"/>
                </a:lnTo>
                <a:lnTo>
                  <a:pt x="2151231" y="259570"/>
                </a:lnTo>
                <a:lnTo>
                  <a:pt x="2144464" y="235639"/>
                </a:lnTo>
                <a:lnTo>
                  <a:pt x="2134989" y="213463"/>
                </a:lnTo>
                <a:lnTo>
                  <a:pt x="2123165" y="193354"/>
                </a:lnTo>
                <a:lnTo>
                  <a:pt x="2122127" y="192045"/>
                </a:lnTo>
                <a:close/>
              </a:path>
              <a:path w="2667634" h="501650">
                <a:moveTo>
                  <a:pt x="2498295" y="189665"/>
                </a:moveTo>
                <a:lnTo>
                  <a:pt x="2363171" y="189665"/>
                </a:lnTo>
                <a:lnTo>
                  <a:pt x="2377286" y="190587"/>
                </a:lnTo>
                <a:lnTo>
                  <a:pt x="2389646" y="193354"/>
                </a:lnTo>
                <a:lnTo>
                  <a:pt x="2421059" y="222208"/>
                </a:lnTo>
                <a:lnTo>
                  <a:pt x="2425045" y="246065"/>
                </a:lnTo>
                <a:lnTo>
                  <a:pt x="2425045" y="255743"/>
                </a:lnTo>
                <a:lnTo>
                  <a:pt x="2386731" y="274384"/>
                </a:lnTo>
                <a:lnTo>
                  <a:pt x="2334614" y="280334"/>
                </a:lnTo>
                <a:lnTo>
                  <a:pt x="2321392" y="281985"/>
                </a:lnTo>
                <a:lnTo>
                  <a:pt x="2282974" y="289615"/>
                </a:lnTo>
                <a:lnTo>
                  <a:pt x="2238472" y="307939"/>
                </a:lnTo>
                <a:lnTo>
                  <a:pt x="2207298" y="340303"/>
                </a:lnTo>
                <a:lnTo>
                  <a:pt x="2198818" y="362911"/>
                </a:lnTo>
                <a:lnTo>
                  <a:pt x="2198731" y="363208"/>
                </a:lnTo>
                <a:lnTo>
                  <a:pt x="2196589" y="376669"/>
                </a:lnTo>
                <a:lnTo>
                  <a:pt x="2195944" y="390040"/>
                </a:lnTo>
                <a:lnTo>
                  <a:pt x="2195878" y="391512"/>
                </a:lnTo>
                <a:lnTo>
                  <a:pt x="2196854" y="408424"/>
                </a:lnTo>
                <a:lnTo>
                  <a:pt x="2211819" y="451913"/>
                </a:lnTo>
                <a:lnTo>
                  <a:pt x="2242518" y="481987"/>
                </a:lnTo>
                <a:lnTo>
                  <a:pt x="2285175" y="498318"/>
                </a:lnTo>
                <a:lnTo>
                  <a:pt x="2318194" y="501412"/>
                </a:lnTo>
                <a:lnTo>
                  <a:pt x="2332011" y="500921"/>
                </a:lnTo>
                <a:lnTo>
                  <a:pt x="2378179" y="489201"/>
                </a:lnTo>
                <a:lnTo>
                  <a:pt x="2410127" y="465597"/>
                </a:lnTo>
                <a:lnTo>
                  <a:pt x="2425521" y="443822"/>
                </a:lnTo>
                <a:lnTo>
                  <a:pt x="2511191" y="443822"/>
                </a:lnTo>
                <a:lnTo>
                  <a:pt x="2511191" y="438111"/>
                </a:lnTo>
                <a:lnTo>
                  <a:pt x="2340564" y="438111"/>
                </a:lnTo>
                <a:lnTo>
                  <a:pt x="2329729" y="437471"/>
                </a:lnTo>
                <a:lnTo>
                  <a:pt x="2328323" y="437471"/>
                </a:lnTo>
                <a:lnTo>
                  <a:pt x="2316052" y="435077"/>
                </a:lnTo>
                <a:lnTo>
                  <a:pt x="2283271" y="410922"/>
                </a:lnTo>
                <a:lnTo>
                  <a:pt x="2278928" y="390040"/>
                </a:lnTo>
                <a:lnTo>
                  <a:pt x="2279460" y="382365"/>
                </a:lnTo>
                <a:lnTo>
                  <a:pt x="2304555" y="349525"/>
                </a:lnTo>
                <a:lnTo>
                  <a:pt x="2346275" y="337686"/>
                </a:lnTo>
                <a:lnTo>
                  <a:pt x="2374277" y="333719"/>
                </a:lnTo>
                <a:lnTo>
                  <a:pt x="2382130" y="332450"/>
                </a:lnTo>
                <a:lnTo>
                  <a:pt x="2422497" y="322098"/>
                </a:lnTo>
                <a:lnTo>
                  <a:pt x="2425283" y="319837"/>
                </a:lnTo>
                <a:lnTo>
                  <a:pt x="2511191" y="319837"/>
                </a:lnTo>
                <a:lnTo>
                  <a:pt x="2511191" y="249397"/>
                </a:lnTo>
                <a:lnTo>
                  <a:pt x="2510427" y="233378"/>
                </a:lnTo>
                <a:lnTo>
                  <a:pt x="2510358" y="231950"/>
                </a:lnTo>
                <a:lnTo>
                  <a:pt x="2507860" y="216021"/>
                </a:lnTo>
                <a:lnTo>
                  <a:pt x="2503695" y="201609"/>
                </a:lnTo>
                <a:lnTo>
                  <a:pt x="2498295" y="189665"/>
                </a:lnTo>
                <a:close/>
              </a:path>
              <a:path w="2667634" h="501650">
                <a:moveTo>
                  <a:pt x="2511191" y="443822"/>
                </a:moveTo>
                <a:lnTo>
                  <a:pt x="2428376" y="443822"/>
                </a:lnTo>
                <a:lnTo>
                  <a:pt x="2428376" y="494035"/>
                </a:lnTo>
                <a:lnTo>
                  <a:pt x="2511191" y="494035"/>
                </a:lnTo>
                <a:lnTo>
                  <a:pt x="2511191" y="443822"/>
                </a:lnTo>
                <a:close/>
              </a:path>
              <a:path w="2667634" h="501650">
                <a:moveTo>
                  <a:pt x="2511191" y="319837"/>
                </a:moveTo>
                <a:lnTo>
                  <a:pt x="2425283" y="319837"/>
                </a:lnTo>
                <a:lnTo>
                  <a:pt x="2425263" y="363208"/>
                </a:lnTo>
                <a:lnTo>
                  <a:pt x="2424628" y="372831"/>
                </a:lnTo>
                <a:lnTo>
                  <a:pt x="2409145" y="408424"/>
                </a:lnTo>
                <a:lnTo>
                  <a:pt x="2375591" y="432355"/>
                </a:lnTo>
                <a:lnTo>
                  <a:pt x="2340564" y="438111"/>
                </a:lnTo>
                <a:lnTo>
                  <a:pt x="2511191" y="438111"/>
                </a:lnTo>
                <a:lnTo>
                  <a:pt x="2511191" y="319837"/>
                </a:lnTo>
                <a:close/>
              </a:path>
              <a:path w="2667634" h="501650">
                <a:moveTo>
                  <a:pt x="2362695" y="123746"/>
                </a:moveTo>
                <a:lnTo>
                  <a:pt x="2308972" y="130172"/>
                </a:lnTo>
                <a:lnTo>
                  <a:pt x="2263519" y="149210"/>
                </a:lnTo>
                <a:lnTo>
                  <a:pt x="2229013" y="180831"/>
                </a:lnTo>
                <a:lnTo>
                  <a:pt x="2207774" y="224648"/>
                </a:lnTo>
                <a:lnTo>
                  <a:pt x="2288209" y="236070"/>
                </a:lnTo>
                <a:lnTo>
                  <a:pt x="2292166" y="226983"/>
                </a:lnTo>
                <a:lnTo>
                  <a:pt x="2297609" y="218520"/>
                </a:lnTo>
                <a:lnTo>
                  <a:pt x="2334793" y="193116"/>
                </a:lnTo>
                <a:lnTo>
                  <a:pt x="2347856" y="190587"/>
                </a:lnTo>
                <a:lnTo>
                  <a:pt x="2347129" y="190587"/>
                </a:lnTo>
                <a:lnTo>
                  <a:pt x="2363171" y="189665"/>
                </a:lnTo>
                <a:lnTo>
                  <a:pt x="2498295" y="189665"/>
                </a:lnTo>
                <a:lnTo>
                  <a:pt x="2497865" y="188713"/>
                </a:lnTo>
                <a:lnTo>
                  <a:pt x="2473413" y="158059"/>
                </a:lnTo>
                <a:lnTo>
                  <a:pt x="2440334" y="138144"/>
                </a:lnTo>
                <a:lnTo>
                  <a:pt x="2402184" y="127227"/>
                </a:lnTo>
                <a:lnTo>
                  <a:pt x="2375888" y="124133"/>
                </a:lnTo>
                <a:lnTo>
                  <a:pt x="2362695" y="123746"/>
                </a:lnTo>
                <a:close/>
              </a:path>
              <a:path w="2667634" h="501650">
                <a:moveTo>
                  <a:pt x="2667208" y="6663"/>
                </a:moveTo>
                <a:lnTo>
                  <a:pt x="2581061" y="6663"/>
                </a:lnTo>
                <a:lnTo>
                  <a:pt x="2581061" y="494035"/>
                </a:lnTo>
                <a:lnTo>
                  <a:pt x="2667208" y="494035"/>
                </a:lnTo>
                <a:lnTo>
                  <a:pt x="2667208" y="666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36553" y="4404910"/>
            <a:ext cx="7467676" cy="1776659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10889399" y="1256518"/>
            <a:ext cx="42545" cy="8052434"/>
          </a:xfrm>
          <a:custGeom>
            <a:avLst/>
            <a:gdLst/>
            <a:ahLst/>
            <a:cxnLst/>
            <a:rect l="l" t="t" r="r" b="b"/>
            <a:pathLst>
              <a:path w="42545" h="8052434">
                <a:moveTo>
                  <a:pt x="42151" y="0"/>
                </a:moveTo>
                <a:lnTo>
                  <a:pt x="21831" y="0"/>
                </a:lnTo>
                <a:lnTo>
                  <a:pt x="241" y="0"/>
                </a:lnTo>
                <a:lnTo>
                  <a:pt x="0" y="8052105"/>
                </a:lnTo>
                <a:lnTo>
                  <a:pt x="21590" y="8052105"/>
                </a:lnTo>
                <a:lnTo>
                  <a:pt x="41910" y="8052105"/>
                </a:lnTo>
                <a:lnTo>
                  <a:pt x="4215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3402944" cy="11308715"/>
            </a:xfrm>
            <a:custGeom>
              <a:avLst/>
              <a:gdLst/>
              <a:ahLst/>
              <a:cxnLst/>
              <a:rect l="l" t="t" r="r" b="b"/>
              <a:pathLst>
                <a:path w="13402944" h="11308715">
                  <a:moveTo>
                    <a:pt x="0" y="11308556"/>
                  </a:moveTo>
                  <a:lnTo>
                    <a:pt x="13402733" y="11308556"/>
                  </a:lnTo>
                  <a:lnTo>
                    <a:pt x="13402733" y="0"/>
                  </a:lnTo>
                  <a:lnTo>
                    <a:pt x="0" y="0"/>
                  </a:lnTo>
                  <a:lnTo>
                    <a:pt x="0" y="113085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402733" y="0"/>
              <a:ext cx="6701790" cy="11308715"/>
            </a:xfrm>
            <a:custGeom>
              <a:avLst/>
              <a:gdLst/>
              <a:ahLst/>
              <a:cxnLst/>
              <a:rect l="l" t="t" r="r" b="b"/>
              <a:pathLst>
                <a:path w="6701790" h="11308715">
                  <a:moveTo>
                    <a:pt x="6701366" y="0"/>
                  </a:moveTo>
                  <a:lnTo>
                    <a:pt x="0" y="0"/>
                  </a:lnTo>
                  <a:lnTo>
                    <a:pt x="0" y="11308556"/>
                  </a:lnTo>
                  <a:lnTo>
                    <a:pt x="6701366" y="11308556"/>
                  </a:lnTo>
                  <a:lnTo>
                    <a:pt x="670136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256957" y="2226493"/>
              <a:ext cx="1946275" cy="4153535"/>
            </a:xfrm>
            <a:custGeom>
              <a:avLst/>
              <a:gdLst/>
              <a:ahLst/>
              <a:cxnLst/>
              <a:rect l="l" t="t" r="r" b="b"/>
              <a:pathLst>
                <a:path w="1946275" h="4153535">
                  <a:moveTo>
                    <a:pt x="178447" y="106299"/>
                  </a:moveTo>
                  <a:lnTo>
                    <a:pt x="171653" y="61810"/>
                  </a:lnTo>
                  <a:lnTo>
                    <a:pt x="151765" y="28295"/>
                  </a:lnTo>
                  <a:lnTo>
                    <a:pt x="151561" y="28117"/>
                  </a:lnTo>
                  <a:lnTo>
                    <a:pt x="146799" y="23787"/>
                  </a:lnTo>
                  <a:lnTo>
                    <a:pt x="146799" y="106299"/>
                  </a:lnTo>
                  <a:lnTo>
                    <a:pt x="146291" y="118465"/>
                  </a:lnTo>
                  <a:lnTo>
                    <a:pt x="134264" y="157429"/>
                  </a:lnTo>
                  <a:lnTo>
                    <a:pt x="96431" y="182829"/>
                  </a:lnTo>
                  <a:lnTo>
                    <a:pt x="74129" y="185115"/>
                  </a:lnTo>
                  <a:lnTo>
                    <a:pt x="39039" y="185115"/>
                  </a:lnTo>
                  <a:lnTo>
                    <a:pt x="39039" y="28117"/>
                  </a:lnTo>
                  <a:lnTo>
                    <a:pt x="76098" y="28117"/>
                  </a:lnTo>
                  <a:lnTo>
                    <a:pt x="115150" y="37172"/>
                  </a:lnTo>
                  <a:lnTo>
                    <a:pt x="142290" y="72936"/>
                  </a:lnTo>
                  <a:lnTo>
                    <a:pt x="146799" y="106299"/>
                  </a:lnTo>
                  <a:lnTo>
                    <a:pt x="146799" y="23787"/>
                  </a:lnTo>
                  <a:lnTo>
                    <a:pt x="107200" y="3200"/>
                  </a:lnTo>
                  <a:lnTo>
                    <a:pt x="78079" y="0"/>
                  </a:lnTo>
                  <a:lnTo>
                    <a:pt x="6870" y="0"/>
                  </a:lnTo>
                  <a:lnTo>
                    <a:pt x="6870" y="213233"/>
                  </a:lnTo>
                  <a:lnTo>
                    <a:pt x="75895" y="213233"/>
                  </a:lnTo>
                  <a:lnTo>
                    <a:pt x="119227" y="206019"/>
                  </a:lnTo>
                  <a:lnTo>
                    <a:pt x="151079" y="185115"/>
                  </a:lnTo>
                  <a:lnTo>
                    <a:pt x="151485" y="184759"/>
                  </a:lnTo>
                  <a:lnTo>
                    <a:pt x="171589" y="151003"/>
                  </a:lnTo>
                  <a:lnTo>
                    <a:pt x="177685" y="122377"/>
                  </a:lnTo>
                  <a:lnTo>
                    <a:pt x="178447" y="106299"/>
                  </a:lnTo>
                  <a:close/>
                </a:path>
                <a:path w="1946275" h="4153535">
                  <a:moveTo>
                    <a:pt x="183959" y="4006392"/>
                  </a:moveTo>
                  <a:lnTo>
                    <a:pt x="169443" y="3969435"/>
                  </a:lnTo>
                  <a:lnTo>
                    <a:pt x="134734" y="3941711"/>
                  </a:lnTo>
                  <a:lnTo>
                    <a:pt x="95885" y="3934142"/>
                  </a:lnTo>
                  <a:lnTo>
                    <a:pt x="82461" y="3934968"/>
                  </a:lnTo>
                  <a:lnTo>
                    <a:pt x="36385" y="3954640"/>
                  </a:lnTo>
                  <a:lnTo>
                    <a:pt x="12484" y="3985056"/>
                  </a:lnTo>
                  <a:lnTo>
                    <a:pt x="774" y="4027195"/>
                  </a:lnTo>
                  <a:lnTo>
                    <a:pt x="0" y="4043667"/>
                  </a:lnTo>
                  <a:lnTo>
                    <a:pt x="774" y="4060101"/>
                  </a:lnTo>
                  <a:lnTo>
                    <a:pt x="12382" y="4102290"/>
                  </a:lnTo>
                  <a:lnTo>
                    <a:pt x="36283" y="4132757"/>
                  </a:lnTo>
                  <a:lnTo>
                    <a:pt x="82410" y="4152379"/>
                  </a:lnTo>
                  <a:lnTo>
                    <a:pt x="95885" y="4153192"/>
                  </a:lnTo>
                  <a:lnTo>
                    <a:pt x="104508" y="4152874"/>
                  </a:lnTo>
                  <a:lnTo>
                    <a:pt x="142417" y="4141724"/>
                  </a:lnTo>
                  <a:lnTo>
                    <a:pt x="173863" y="4110609"/>
                  </a:lnTo>
                  <a:lnTo>
                    <a:pt x="183959" y="4081665"/>
                  </a:lnTo>
                  <a:lnTo>
                    <a:pt x="151460" y="4081665"/>
                  </a:lnTo>
                  <a:lnTo>
                    <a:pt x="150164" y="4088371"/>
                  </a:lnTo>
                  <a:lnTo>
                    <a:pt x="147764" y="4094403"/>
                  </a:lnTo>
                  <a:lnTo>
                    <a:pt x="109207" y="4122928"/>
                  </a:lnTo>
                  <a:lnTo>
                    <a:pt x="102819" y="4123842"/>
                  </a:lnTo>
                  <a:lnTo>
                    <a:pt x="96088" y="4123842"/>
                  </a:lnTo>
                  <a:lnTo>
                    <a:pt x="56388" y="4109542"/>
                  </a:lnTo>
                  <a:lnTo>
                    <a:pt x="34036" y="4067670"/>
                  </a:lnTo>
                  <a:lnTo>
                    <a:pt x="31953" y="4043667"/>
                  </a:lnTo>
                  <a:lnTo>
                    <a:pt x="32473" y="4031259"/>
                  </a:lnTo>
                  <a:lnTo>
                    <a:pt x="44881" y="3991521"/>
                  </a:lnTo>
                  <a:lnTo>
                    <a:pt x="78727" y="3965816"/>
                  </a:lnTo>
                  <a:lnTo>
                    <a:pt x="96202" y="3963505"/>
                  </a:lnTo>
                  <a:lnTo>
                    <a:pt x="102997" y="3963505"/>
                  </a:lnTo>
                  <a:lnTo>
                    <a:pt x="141109" y="3982796"/>
                  </a:lnTo>
                  <a:lnTo>
                    <a:pt x="151485" y="4006392"/>
                  </a:lnTo>
                  <a:lnTo>
                    <a:pt x="183959" y="4006392"/>
                  </a:lnTo>
                  <a:close/>
                </a:path>
                <a:path w="1946275" h="4153535">
                  <a:moveTo>
                    <a:pt x="268211" y="0"/>
                  </a:moveTo>
                  <a:lnTo>
                    <a:pt x="236042" y="0"/>
                  </a:lnTo>
                  <a:lnTo>
                    <a:pt x="236042" y="213233"/>
                  </a:lnTo>
                  <a:lnTo>
                    <a:pt x="268211" y="213233"/>
                  </a:lnTo>
                  <a:lnTo>
                    <a:pt x="268211" y="0"/>
                  </a:lnTo>
                  <a:close/>
                </a:path>
                <a:path w="1946275" h="4153535">
                  <a:moveTo>
                    <a:pt x="368846" y="4122585"/>
                  </a:moveTo>
                  <a:lnTo>
                    <a:pt x="272224" y="4122585"/>
                  </a:lnTo>
                  <a:lnTo>
                    <a:pt x="272224" y="3937050"/>
                  </a:lnTo>
                  <a:lnTo>
                    <a:pt x="240055" y="3937050"/>
                  </a:lnTo>
                  <a:lnTo>
                    <a:pt x="240055" y="4150283"/>
                  </a:lnTo>
                  <a:lnTo>
                    <a:pt x="368846" y="4150283"/>
                  </a:lnTo>
                  <a:lnTo>
                    <a:pt x="368846" y="4122585"/>
                  </a:lnTo>
                  <a:close/>
                </a:path>
                <a:path w="1946275" h="4153535">
                  <a:moveTo>
                    <a:pt x="490601" y="213233"/>
                  </a:moveTo>
                  <a:lnTo>
                    <a:pt x="446417" y="132537"/>
                  </a:lnTo>
                  <a:lnTo>
                    <a:pt x="443344" y="126936"/>
                  </a:lnTo>
                  <a:lnTo>
                    <a:pt x="449681" y="124320"/>
                  </a:lnTo>
                  <a:lnTo>
                    <a:pt x="457390" y="119799"/>
                  </a:lnTo>
                  <a:lnTo>
                    <a:pt x="460832" y="117030"/>
                  </a:lnTo>
                  <a:lnTo>
                    <a:pt x="464045" y="114452"/>
                  </a:lnTo>
                  <a:lnTo>
                    <a:pt x="481965" y="76339"/>
                  </a:lnTo>
                  <a:lnTo>
                    <a:pt x="482473" y="66840"/>
                  </a:lnTo>
                  <a:lnTo>
                    <a:pt x="482053" y="58788"/>
                  </a:lnTo>
                  <a:lnTo>
                    <a:pt x="481965" y="57302"/>
                  </a:lnTo>
                  <a:lnTo>
                    <a:pt x="480441" y="48336"/>
                  </a:lnTo>
                  <a:lnTo>
                    <a:pt x="477926" y="40017"/>
                  </a:lnTo>
                  <a:lnTo>
                    <a:pt x="474446" y="32385"/>
                  </a:lnTo>
                  <a:lnTo>
                    <a:pt x="474357" y="32169"/>
                  </a:lnTo>
                  <a:lnTo>
                    <a:pt x="471411" y="27597"/>
                  </a:lnTo>
                  <a:lnTo>
                    <a:pt x="469773" y="25031"/>
                  </a:lnTo>
                  <a:lnTo>
                    <a:pt x="464146" y="18719"/>
                  </a:lnTo>
                  <a:lnTo>
                    <a:pt x="457492" y="13220"/>
                  </a:lnTo>
                  <a:lnTo>
                    <a:pt x="450100" y="8737"/>
                  </a:lnTo>
                  <a:lnTo>
                    <a:pt x="450100" y="58788"/>
                  </a:lnTo>
                  <a:lnTo>
                    <a:pt x="450100" y="74828"/>
                  </a:lnTo>
                  <a:lnTo>
                    <a:pt x="419798" y="103720"/>
                  </a:lnTo>
                  <a:lnTo>
                    <a:pt x="405638" y="104851"/>
                  </a:lnTo>
                  <a:lnTo>
                    <a:pt x="364832" y="104851"/>
                  </a:lnTo>
                  <a:lnTo>
                    <a:pt x="364832" y="27597"/>
                  </a:lnTo>
                  <a:lnTo>
                    <a:pt x="405218" y="27597"/>
                  </a:lnTo>
                  <a:lnTo>
                    <a:pt x="442353" y="40017"/>
                  </a:lnTo>
                  <a:lnTo>
                    <a:pt x="445414" y="45923"/>
                  </a:lnTo>
                  <a:lnTo>
                    <a:pt x="448538" y="51816"/>
                  </a:lnTo>
                  <a:lnTo>
                    <a:pt x="450100" y="58788"/>
                  </a:lnTo>
                  <a:lnTo>
                    <a:pt x="450100" y="8737"/>
                  </a:lnTo>
                  <a:lnTo>
                    <a:pt x="408660" y="0"/>
                  </a:lnTo>
                  <a:lnTo>
                    <a:pt x="332651" y="0"/>
                  </a:lnTo>
                  <a:lnTo>
                    <a:pt x="332651" y="213233"/>
                  </a:lnTo>
                  <a:lnTo>
                    <a:pt x="364832" y="213233"/>
                  </a:lnTo>
                  <a:lnTo>
                    <a:pt x="364832" y="132537"/>
                  </a:lnTo>
                  <a:lnTo>
                    <a:pt x="408559" y="132537"/>
                  </a:lnTo>
                  <a:lnTo>
                    <a:pt x="410629" y="132537"/>
                  </a:lnTo>
                  <a:lnTo>
                    <a:pt x="453948" y="213233"/>
                  </a:lnTo>
                  <a:lnTo>
                    <a:pt x="490601" y="213233"/>
                  </a:lnTo>
                  <a:close/>
                </a:path>
                <a:path w="1946275" h="4153535">
                  <a:moveTo>
                    <a:pt x="558063" y="4122585"/>
                  </a:moveTo>
                  <a:lnTo>
                    <a:pt x="455307" y="4122585"/>
                  </a:lnTo>
                  <a:lnTo>
                    <a:pt x="455307" y="4057307"/>
                  </a:lnTo>
                  <a:lnTo>
                    <a:pt x="549833" y="4057307"/>
                  </a:lnTo>
                  <a:lnTo>
                    <a:pt x="549833" y="4029722"/>
                  </a:lnTo>
                  <a:lnTo>
                    <a:pt x="455307" y="4029722"/>
                  </a:lnTo>
                  <a:lnTo>
                    <a:pt x="455307" y="3964749"/>
                  </a:lnTo>
                  <a:lnTo>
                    <a:pt x="556818" y="3964749"/>
                  </a:lnTo>
                  <a:lnTo>
                    <a:pt x="556818" y="3937050"/>
                  </a:lnTo>
                  <a:lnTo>
                    <a:pt x="423125" y="3937050"/>
                  </a:lnTo>
                  <a:lnTo>
                    <a:pt x="423125" y="4150283"/>
                  </a:lnTo>
                  <a:lnTo>
                    <a:pt x="558063" y="4150283"/>
                  </a:lnTo>
                  <a:lnTo>
                    <a:pt x="558063" y="4122585"/>
                  </a:lnTo>
                  <a:close/>
                </a:path>
                <a:path w="1946275" h="4153535">
                  <a:moveTo>
                    <a:pt x="693724" y="0"/>
                  </a:moveTo>
                  <a:lnTo>
                    <a:pt x="528701" y="0"/>
                  </a:lnTo>
                  <a:lnTo>
                    <a:pt x="528701" y="27698"/>
                  </a:lnTo>
                  <a:lnTo>
                    <a:pt x="595122" y="27698"/>
                  </a:lnTo>
                  <a:lnTo>
                    <a:pt x="595122" y="213233"/>
                  </a:lnTo>
                  <a:lnTo>
                    <a:pt x="627189" y="213233"/>
                  </a:lnTo>
                  <a:lnTo>
                    <a:pt x="627189" y="27698"/>
                  </a:lnTo>
                  <a:lnTo>
                    <a:pt x="693724" y="27698"/>
                  </a:lnTo>
                  <a:lnTo>
                    <a:pt x="693724" y="0"/>
                  </a:lnTo>
                  <a:close/>
                </a:path>
                <a:path w="1946275" h="4153535">
                  <a:moveTo>
                    <a:pt x="791870" y="4150283"/>
                  </a:moveTo>
                  <a:lnTo>
                    <a:pt x="771563" y="4093857"/>
                  </a:lnTo>
                  <a:lnTo>
                    <a:pt x="761822" y="4066781"/>
                  </a:lnTo>
                  <a:lnTo>
                    <a:pt x="729081" y="3975785"/>
                  </a:lnTo>
                  <a:lnTo>
                    <a:pt x="728865" y="3975189"/>
                  </a:lnTo>
                  <a:lnTo>
                    <a:pt x="728865" y="4066781"/>
                  </a:lnTo>
                  <a:lnTo>
                    <a:pt x="664286" y="4066781"/>
                  </a:lnTo>
                  <a:lnTo>
                    <a:pt x="695782" y="3975785"/>
                  </a:lnTo>
                  <a:lnTo>
                    <a:pt x="697445" y="3975785"/>
                  </a:lnTo>
                  <a:lnTo>
                    <a:pt x="728865" y="4066781"/>
                  </a:lnTo>
                  <a:lnTo>
                    <a:pt x="728865" y="3975189"/>
                  </a:lnTo>
                  <a:lnTo>
                    <a:pt x="715137" y="3937050"/>
                  </a:lnTo>
                  <a:lnTo>
                    <a:pt x="677976" y="3937050"/>
                  </a:lnTo>
                  <a:lnTo>
                    <a:pt x="601243" y="4150283"/>
                  </a:lnTo>
                  <a:lnTo>
                    <a:pt x="635393" y="4150283"/>
                  </a:lnTo>
                  <a:lnTo>
                    <a:pt x="654913" y="4093857"/>
                  </a:lnTo>
                  <a:lnTo>
                    <a:pt x="738225" y="4093857"/>
                  </a:lnTo>
                  <a:lnTo>
                    <a:pt x="757720" y="4150283"/>
                  </a:lnTo>
                  <a:lnTo>
                    <a:pt x="791870" y="4150283"/>
                  </a:lnTo>
                  <a:close/>
                </a:path>
                <a:path w="1946275" h="4153535">
                  <a:moveTo>
                    <a:pt x="918108" y="0"/>
                  </a:moveTo>
                  <a:lnTo>
                    <a:pt x="881557" y="0"/>
                  </a:lnTo>
                  <a:lnTo>
                    <a:pt x="825868" y="96939"/>
                  </a:lnTo>
                  <a:lnTo>
                    <a:pt x="823569" y="96939"/>
                  </a:lnTo>
                  <a:lnTo>
                    <a:pt x="767867" y="0"/>
                  </a:lnTo>
                  <a:lnTo>
                    <a:pt x="731329" y="0"/>
                  </a:lnTo>
                  <a:lnTo>
                    <a:pt x="808685" y="129514"/>
                  </a:lnTo>
                  <a:lnTo>
                    <a:pt x="808685" y="213233"/>
                  </a:lnTo>
                  <a:lnTo>
                    <a:pt x="840752" y="213233"/>
                  </a:lnTo>
                  <a:lnTo>
                    <a:pt x="840752" y="129514"/>
                  </a:lnTo>
                  <a:lnTo>
                    <a:pt x="860209" y="96939"/>
                  </a:lnTo>
                  <a:lnTo>
                    <a:pt x="918108" y="0"/>
                  </a:lnTo>
                  <a:close/>
                </a:path>
                <a:path w="1946275" h="4153535">
                  <a:moveTo>
                    <a:pt x="1012355" y="3937050"/>
                  </a:moveTo>
                  <a:lnTo>
                    <a:pt x="980503" y="3937050"/>
                  </a:lnTo>
                  <a:lnTo>
                    <a:pt x="980503" y="4093641"/>
                  </a:lnTo>
                  <a:lnTo>
                    <a:pt x="978522" y="4093641"/>
                  </a:lnTo>
                  <a:lnTo>
                    <a:pt x="909421" y="3993896"/>
                  </a:lnTo>
                  <a:lnTo>
                    <a:pt x="870038" y="3937050"/>
                  </a:lnTo>
                  <a:lnTo>
                    <a:pt x="840257" y="3937050"/>
                  </a:lnTo>
                  <a:lnTo>
                    <a:pt x="840257" y="4150283"/>
                  </a:lnTo>
                  <a:lnTo>
                    <a:pt x="872426" y="4150283"/>
                  </a:lnTo>
                  <a:lnTo>
                    <a:pt x="872426" y="3993896"/>
                  </a:lnTo>
                  <a:lnTo>
                    <a:pt x="874407" y="3993896"/>
                  </a:lnTo>
                  <a:lnTo>
                    <a:pt x="982789" y="4150283"/>
                  </a:lnTo>
                  <a:lnTo>
                    <a:pt x="1012355" y="4150283"/>
                  </a:lnTo>
                  <a:lnTo>
                    <a:pt x="1012355" y="4093641"/>
                  </a:lnTo>
                  <a:lnTo>
                    <a:pt x="1012355" y="3937050"/>
                  </a:lnTo>
                  <a:close/>
                </a:path>
                <a:path w="1946275" h="4153535">
                  <a:moveTo>
                    <a:pt x="1232839" y="106299"/>
                  </a:moveTo>
                  <a:lnTo>
                    <a:pt x="1226045" y="61810"/>
                  </a:lnTo>
                  <a:lnTo>
                    <a:pt x="1206157" y="28295"/>
                  </a:lnTo>
                  <a:lnTo>
                    <a:pt x="1205953" y="28117"/>
                  </a:lnTo>
                  <a:lnTo>
                    <a:pt x="1201178" y="23774"/>
                  </a:lnTo>
                  <a:lnTo>
                    <a:pt x="1201178" y="106299"/>
                  </a:lnTo>
                  <a:lnTo>
                    <a:pt x="1200683" y="118465"/>
                  </a:lnTo>
                  <a:lnTo>
                    <a:pt x="1188656" y="157429"/>
                  </a:lnTo>
                  <a:lnTo>
                    <a:pt x="1150823" y="182829"/>
                  </a:lnTo>
                  <a:lnTo>
                    <a:pt x="1128509" y="185115"/>
                  </a:lnTo>
                  <a:lnTo>
                    <a:pt x="1093431" y="185115"/>
                  </a:lnTo>
                  <a:lnTo>
                    <a:pt x="1093431" y="28117"/>
                  </a:lnTo>
                  <a:lnTo>
                    <a:pt x="1130490" y="28117"/>
                  </a:lnTo>
                  <a:lnTo>
                    <a:pt x="1169530" y="37172"/>
                  </a:lnTo>
                  <a:lnTo>
                    <a:pt x="1196670" y="72936"/>
                  </a:lnTo>
                  <a:lnTo>
                    <a:pt x="1201178" y="106299"/>
                  </a:lnTo>
                  <a:lnTo>
                    <a:pt x="1201178" y="23774"/>
                  </a:lnTo>
                  <a:lnTo>
                    <a:pt x="1161592" y="3200"/>
                  </a:lnTo>
                  <a:lnTo>
                    <a:pt x="1132471" y="0"/>
                  </a:lnTo>
                  <a:lnTo>
                    <a:pt x="1061250" y="0"/>
                  </a:lnTo>
                  <a:lnTo>
                    <a:pt x="1061250" y="213233"/>
                  </a:lnTo>
                  <a:lnTo>
                    <a:pt x="1130287" y="213233"/>
                  </a:lnTo>
                  <a:lnTo>
                    <a:pt x="1173619" y="206019"/>
                  </a:lnTo>
                  <a:lnTo>
                    <a:pt x="1205471" y="185115"/>
                  </a:lnTo>
                  <a:lnTo>
                    <a:pt x="1205865" y="184759"/>
                  </a:lnTo>
                  <a:lnTo>
                    <a:pt x="1225981" y="151003"/>
                  </a:lnTo>
                  <a:lnTo>
                    <a:pt x="1232077" y="122377"/>
                  </a:lnTo>
                  <a:lnTo>
                    <a:pt x="1232839" y="106299"/>
                  </a:lnTo>
                  <a:close/>
                </a:path>
                <a:path w="1946275" h="4153535">
                  <a:moveTo>
                    <a:pt x="1343634" y="4043362"/>
                  </a:moveTo>
                  <a:lnTo>
                    <a:pt x="1336840" y="3998861"/>
                  </a:lnTo>
                  <a:lnTo>
                    <a:pt x="1316964" y="3965346"/>
                  </a:lnTo>
                  <a:lnTo>
                    <a:pt x="1316761" y="3965168"/>
                  </a:lnTo>
                  <a:lnTo>
                    <a:pt x="1311986" y="3960838"/>
                  </a:lnTo>
                  <a:lnTo>
                    <a:pt x="1311986" y="4043362"/>
                  </a:lnTo>
                  <a:lnTo>
                    <a:pt x="1311490" y="4055529"/>
                  </a:lnTo>
                  <a:lnTo>
                    <a:pt x="1299451" y="4094480"/>
                  </a:lnTo>
                  <a:lnTo>
                    <a:pt x="1261618" y="4119880"/>
                  </a:lnTo>
                  <a:lnTo>
                    <a:pt x="1239316" y="4122166"/>
                  </a:lnTo>
                  <a:lnTo>
                    <a:pt x="1204226" y="4122166"/>
                  </a:lnTo>
                  <a:lnTo>
                    <a:pt x="1204226" y="3965168"/>
                  </a:lnTo>
                  <a:lnTo>
                    <a:pt x="1241298" y="3965168"/>
                  </a:lnTo>
                  <a:lnTo>
                    <a:pt x="1280337" y="3974223"/>
                  </a:lnTo>
                  <a:lnTo>
                    <a:pt x="1307477" y="4009999"/>
                  </a:lnTo>
                  <a:lnTo>
                    <a:pt x="1311986" y="4043362"/>
                  </a:lnTo>
                  <a:lnTo>
                    <a:pt x="1311986" y="3960838"/>
                  </a:lnTo>
                  <a:lnTo>
                    <a:pt x="1272400" y="3940264"/>
                  </a:lnTo>
                  <a:lnTo>
                    <a:pt x="1243279" y="3937050"/>
                  </a:lnTo>
                  <a:lnTo>
                    <a:pt x="1172057" y="3937050"/>
                  </a:lnTo>
                  <a:lnTo>
                    <a:pt x="1172057" y="4150283"/>
                  </a:lnTo>
                  <a:lnTo>
                    <a:pt x="1241082" y="4150283"/>
                  </a:lnTo>
                  <a:lnTo>
                    <a:pt x="1284427" y="4143083"/>
                  </a:lnTo>
                  <a:lnTo>
                    <a:pt x="1316266" y="4122166"/>
                  </a:lnTo>
                  <a:lnTo>
                    <a:pt x="1316672" y="4121810"/>
                  </a:lnTo>
                  <a:lnTo>
                    <a:pt x="1336789" y="4088066"/>
                  </a:lnTo>
                  <a:lnTo>
                    <a:pt x="1342872" y="4059428"/>
                  </a:lnTo>
                  <a:lnTo>
                    <a:pt x="1343634" y="4043362"/>
                  </a:lnTo>
                  <a:close/>
                </a:path>
                <a:path w="1946275" h="4153535">
                  <a:moveTo>
                    <a:pt x="1454327" y="213233"/>
                  </a:moveTo>
                  <a:lnTo>
                    <a:pt x="1434020" y="156794"/>
                  </a:lnTo>
                  <a:lnTo>
                    <a:pt x="1424279" y="129730"/>
                  </a:lnTo>
                  <a:lnTo>
                    <a:pt x="1391539" y="38735"/>
                  </a:lnTo>
                  <a:lnTo>
                    <a:pt x="1391335" y="38176"/>
                  </a:lnTo>
                  <a:lnTo>
                    <a:pt x="1391335" y="129730"/>
                  </a:lnTo>
                  <a:lnTo>
                    <a:pt x="1326743" y="129730"/>
                  </a:lnTo>
                  <a:lnTo>
                    <a:pt x="1358239" y="38735"/>
                  </a:lnTo>
                  <a:lnTo>
                    <a:pt x="1359903" y="38735"/>
                  </a:lnTo>
                  <a:lnTo>
                    <a:pt x="1391335" y="129730"/>
                  </a:lnTo>
                  <a:lnTo>
                    <a:pt x="1391335" y="38176"/>
                  </a:lnTo>
                  <a:lnTo>
                    <a:pt x="1377607" y="0"/>
                  </a:lnTo>
                  <a:lnTo>
                    <a:pt x="1340434" y="0"/>
                  </a:lnTo>
                  <a:lnTo>
                    <a:pt x="1263700" y="213233"/>
                  </a:lnTo>
                  <a:lnTo>
                    <a:pt x="1297851" y="213233"/>
                  </a:lnTo>
                  <a:lnTo>
                    <a:pt x="1317383" y="156794"/>
                  </a:lnTo>
                  <a:lnTo>
                    <a:pt x="1400683" y="156794"/>
                  </a:lnTo>
                  <a:lnTo>
                    <a:pt x="1420190" y="213233"/>
                  </a:lnTo>
                  <a:lnTo>
                    <a:pt x="1454327" y="213233"/>
                  </a:lnTo>
                  <a:close/>
                </a:path>
                <a:path w="1946275" h="4153535">
                  <a:moveTo>
                    <a:pt x="1565135" y="4150283"/>
                  </a:moveTo>
                  <a:lnTo>
                    <a:pt x="1544828" y="4093857"/>
                  </a:lnTo>
                  <a:lnTo>
                    <a:pt x="1535087" y="4066781"/>
                  </a:lnTo>
                  <a:lnTo>
                    <a:pt x="1502346" y="3975785"/>
                  </a:lnTo>
                  <a:lnTo>
                    <a:pt x="1502130" y="3975189"/>
                  </a:lnTo>
                  <a:lnTo>
                    <a:pt x="1502130" y="4066781"/>
                  </a:lnTo>
                  <a:lnTo>
                    <a:pt x="1437551" y="4066781"/>
                  </a:lnTo>
                  <a:lnTo>
                    <a:pt x="1469034" y="3975785"/>
                  </a:lnTo>
                  <a:lnTo>
                    <a:pt x="1470710" y="3975785"/>
                  </a:lnTo>
                  <a:lnTo>
                    <a:pt x="1502130" y="4066781"/>
                  </a:lnTo>
                  <a:lnTo>
                    <a:pt x="1502130" y="3975189"/>
                  </a:lnTo>
                  <a:lnTo>
                    <a:pt x="1488401" y="3937050"/>
                  </a:lnTo>
                  <a:lnTo>
                    <a:pt x="1451241" y="3937050"/>
                  </a:lnTo>
                  <a:lnTo>
                    <a:pt x="1374508" y="4150283"/>
                  </a:lnTo>
                  <a:lnTo>
                    <a:pt x="1408658" y="4150283"/>
                  </a:lnTo>
                  <a:lnTo>
                    <a:pt x="1428178" y="4093857"/>
                  </a:lnTo>
                  <a:lnTo>
                    <a:pt x="1511490" y="4093857"/>
                  </a:lnTo>
                  <a:lnTo>
                    <a:pt x="1530985" y="4150283"/>
                  </a:lnTo>
                  <a:lnTo>
                    <a:pt x="1565135" y="4150283"/>
                  </a:lnTo>
                  <a:close/>
                </a:path>
                <a:path w="1946275" h="4153535">
                  <a:moveTo>
                    <a:pt x="1632026" y="0"/>
                  </a:moveTo>
                  <a:lnTo>
                    <a:pt x="1467002" y="0"/>
                  </a:lnTo>
                  <a:lnTo>
                    <a:pt x="1467002" y="27698"/>
                  </a:lnTo>
                  <a:lnTo>
                    <a:pt x="1533436" y="27698"/>
                  </a:lnTo>
                  <a:lnTo>
                    <a:pt x="1533436" y="213233"/>
                  </a:lnTo>
                  <a:lnTo>
                    <a:pt x="1565490" y="213233"/>
                  </a:lnTo>
                  <a:lnTo>
                    <a:pt x="1565490" y="27698"/>
                  </a:lnTo>
                  <a:lnTo>
                    <a:pt x="1632026" y="27698"/>
                  </a:lnTo>
                  <a:lnTo>
                    <a:pt x="1632026" y="0"/>
                  </a:lnTo>
                  <a:close/>
                </a:path>
                <a:path w="1946275" h="4153535">
                  <a:moveTo>
                    <a:pt x="1742833" y="3937050"/>
                  </a:moveTo>
                  <a:lnTo>
                    <a:pt x="1577809" y="3937050"/>
                  </a:lnTo>
                  <a:lnTo>
                    <a:pt x="1577809" y="3964749"/>
                  </a:lnTo>
                  <a:lnTo>
                    <a:pt x="1644230" y="3964749"/>
                  </a:lnTo>
                  <a:lnTo>
                    <a:pt x="1644230" y="4150283"/>
                  </a:lnTo>
                  <a:lnTo>
                    <a:pt x="1676298" y="4150283"/>
                  </a:lnTo>
                  <a:lnTo>
                    <a:pt x="1676298" y="3964749"/>
                  </a:lnTo>
                  <a:lnTo>
                    <a:pt x="1742833" y="3964749"/>
                  </a:lnTo>
                  <a:lnTo>
                    <a:pt x="1742833" y="3937050"/>
                  </a:lnTo>
                  <a:close/>
                </a:path>
                <a:path w="1946275" h="4153535">
                  <a:moveTo>
                    <a:pt x="1835378" y="213233"/>
                  </a:moveTo>
                  <a:lnTo>
                    <a:pt x="1815071" y="156794"/>
                  </a:lnTo>
                  <a:lnTo>
                    <a:pt x="1805330" y="129730"/>
                  </a:lnTo>
                  <a:lnTo>
                    <a:pt x="1772589" y="38735"/>
                  </a:lnTo>
                  <a:lnTo>
                    <a:pt x="1772373" y="38138"/>
                  </a:lnTo>
                  <a:lnTo>
                    <a:pt x="1772373" y="129730"/>
                  </a:lnTo>
                  <a:lnTo>
                    <a:pt x="1707794" y="129730"/>
                  </a:lnTo>
                  <a:lnTo>
                    <a:pt x="1739290" y="38735"/>
                  </a:lnTo>
                  <a:lnTo>
                    <a:pt x="1740954" y="38735"/>
                  </a:lnTo>
                  <a:lnTo>
                    <a:pt x="1772373" y="129730"/>
                  </a:lnTo>
                  <a:lnTo>
                    <a:pt x="1772373" y="38138"/>
                  </a:lnTo>
                  <a:lnTo>
                    <a:pt x="1758645" y="0"/>
                  </a:lnTo>
                  <a:lnTo>
                    <a:pt x="1721485" y="0"/>
                  </a:lnTo>
                  <a:lnTo>
                    <a:pt x="1644751" y="213233"/>
                  </a:lnTo>
                  <a:lnTo>
                    <a:pt x="1678901" y="213233"/>
                  </a:lnTo>
                  <a:lnTo>
                    <a:pt x="1698421" y="156794"/>
                  </a:lnTo>
                  <a:lnTo>
                    <a:pt x="1781721" y="156794"/>
                  </a:lnTo>
                  <a:lnTo>
                    <a:pt x="1801228" y="213233"/>
                  </a:lnTo>
                  <a:lnTo>
                    <a:pt x="1835378" y="213233"/>
                  </a:lnTo>
                  <a:close/>
                </a:path>
                <a:path w="1946275" h="4153535">
                  <a:moveTo>
                    <a:pt x="1946186" y="4150283"/>
                  </a:moveTo>
                  <a:lnTo>
                    <a:pt x="1925878" y="4093857"/>
                  </a:lnTo>
                  <a:lnTo>
                    <a:pt x="1916137" y="4066781"/>
                  </a:lnTo>
                  <a:lnTo>
                    <a:pt x="1883397" y="3975785"/>
                  </a:lnTo>
                  <a:lnTo>
                    <a:pt x="1883181" y="3975189"/>
                  </a:lnTo>
                  <a:lnTo>
                    <a:pt x="1883181" y="4066781"/>
                  </a:lnTo>
                  <a:lnTo>
                    <a:pt x="1818601" y="4066781"/>
                  </a:lnTo>
                  <a:lnTo>
                    <a:pt x="1850085" y="3975785"/>
                  </a:lnTo>
                  <a:lnTo>
                    <a:pt x="1851748" y="3975785"/>
                  </a:lnTo>
                  <a:lnTo>
                    <a:pt x="1883181" y="4066781"/>
                  </a:lnTo>
                  <a:lnTo>
                    <a:pt x="1883181" y="3975189"/>
                  </a:lnTo>
                  <a:lnTo>
                    <a:pt x="1869452" y="3937050"/>
                  </a:lnTo>
                  <a:lnTo>
                    <a:pt x="1832279" y="3937050"/>
                  </a:lnTo>
                  <a:lnTo>
                    <a:pt x="1755559" y="4150283"/>
                  </a:lnTo>
                  <a:lnTo>
                    <a:pt x="1789696" y="4150283"/>
                  </a:lnTo>
                  <a:lnTo>
                    <a:pt x="1809229" y="4093857"/>
                  </a:lnTo>
                  <a:lnTo>
                    <a:pt x="1892528" y="4093857"/>
                  </a:lnTo>
                  <a:lnTo>
                    <a:pt x="1912035" y="4150283"/>
                  </a:lnTo>
                  <a:lnTo>
                    <a:pt x="1946186" y="41502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240403" y="2513012"/>
              <a:ext cx="5026024" cy="314126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40403" y="2513012"/>
              <a:ext cx="5633336" cy="314126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240403" y="6450065"/>
              <a:ext cx="5026024" cy="314126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240403" y="6450065"/>
              <a:ext cx="5497214" cy="314126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37670" y="1266977"/>
              <a:ext cx="6355827" cy="5235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3917" y="2928516"/>
              <a:ext cx="11663306" cy="625492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4080" y="2196981"/>
              <a:ext cx="6639088" cy="50141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0" y="11057261"/>
              <a:ext cx="2233930" cy="251460"/>
            </a:xfrm>
            <a:custGeom>
              <a:avLst/>
              <a:gdLst/>
              <a:ahLst/>
              <a:cxnLst/>
              <a:rect l="l" t="t" r="r" b="b"/>
              <a:pathLst>
                <a:path w="2233930" h="251459">
                  <a:moveTo>
                    <a:pt x="2233777" y="0"/>
                  </a:moveTo>
                  <a:lnTo>
                    <a:pt x="1116888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116888" y="251294"/>
                  </a:lnTo>
                  <a:lnTo>
                    <a:pt x="2233777" y="251294"/>
                  </a:lnTo>
                  <a:lnTo>
                    <a:pt x="2233777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33790" y="11057261"/>
              <a:ext cx="2233930" cy="251460"/>
            </a:xfrm>
            <a:custGeom>
              <a:avLst/>
              <a:gdLst/>
              <a:ahLst/>
              <a:cxnLst/>
              <a:rect l="l" t="t" r="r" b="b"/>
              <a:pathLst>
                <a:path w="2233929" h="251459">
                  <a:moveTo>
                    <a:pt x="2233777" y="0"/>
                  </a:moveTo>
                  <a:lnTo>
                    <a:pt x="1116888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116888" y="251294"/>
                  </a:lnTo>
                  <a:lnTo>
                    <a:pt x="2233777" y="251294"/>
                  </a:lnTo>
                  <a:lnTo>
                    <a:pt x="2233777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467576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4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584469" y="11057261"/>
              <a:ext cx="2233930" cy="251460"/>
            </a:xfrm>
            <a:custGeom>
              <a:avLst/>
              <a:gdLst/>
              <a:ahLst/>
              <a:cxnLst/>
              <a:rect l="l" t="t" r="r" b="b"/>
              <a:pathLst>
                <a:path w="2233929" h="251459">
                  <a:moveTo>
                    <a:pt x="2233790" y="0"/>
                  </a:moveTo>
                  <a:lnTo>
                    <a:pt x="1116888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116888" y="251294"/>
                  </a:lnTo>
                  <a:lnTo>
                    <a:pt x="2233790" y="251294"/>
                  </a:lnTo>
                  <a:lnTo>
                    <a:pt x="2233790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18264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5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35156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5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052050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5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168947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5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285840" y="11057255"/>
              <a:ext cx="1116965" cy="251460"/>
            </a:xfrm>
            <a:custGeom>
              <a:avLst/>
              <a:gdLst/>
              <a:ahLst/>
              <a:cxnLst/>
              <a:rect l="l" t="t" r="r" b="b"/>
              <a:pathLst>
                <a:path w="1116965" h="251459">
                  <a:moveTo>
                    <a:pt x="1116894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116894" y="251301"/>
                  </a:lnTo>
                  <a:lnTo>
                    <a:pt x="1116894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5741" y="965463"/>
            <a:ext cx="5590548" cy="65562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837670" y="2314065"/>
            <a:ext cx="41910" cy="1602105"/>
          </a:xfrm>
          <a:custGeom>
            <a:avLst/>
            <a:gdLst/>
            <a:ahLst/>
            <a:cxnLst/>
            <a:rect l="l" t="t" r="r" b="b"/>
            <a:pathLst>
              <a:path w="41909" h="1602104">
                <a:moveTo>
                  <a:pt x="41883" y="1602045"/>
                </a:moveTo>
                <a:lnTo>
                  <a:pt x="41883" y="0"/>
                </a:lnTo>
                <a:lnTo>
                  <a:pt x="0" y="0"/>
                </a:lnTo>
                <a:lnTo>
                  <a:pt x="0" y="1602045"/>
                </a:lnTo>
                <a:lnTo>
                  <a:pt x="41883" y="1602045"/>
                </a:lnTo>
                <a:close/>
              </a:path>
            </a:pathLst>
          </a:custGeom>
          <a:solidFill>
            <a:srgbClr val="FF9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4589" y="2373247"/>
            <a:ext cx="1686871" cy="2267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218" y="2834278"/>
            <a:ext cx="6710227" cy="1001813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837670" y="4177883"/>
            <a:ext cx="41910" cy="1602105"/>
          </a:xfrm>
          <a:custGeom>
            <a:avLst/>
            <a:gdLst/>
            <a:ahLst/>
            <a:cxnLst/>
            <a:rect l="l" t="t" r="r" b="b"/>
            <a:pathLst>
              <a:path w="41909" h="1602104">
                <a:moveTo>
                  <a:pt x="41883" y="1602045"/>
                </a:moveTo>
                <a:lnTo>
                  <a:pt x="41883" y="0"/>
                </a:lnTo>
                <a:lnTo>
                  <a:pt x="0" y="0"/>
                </a:lnTo>
                <a:lnTo>
                  <a:pt x="0" y="1602045"/>
                </a:lnTo>
                <a:lnTo>
                  <a:pt x="41883" y="1602045"/>
                </a:lnTo>
                <a:close/>
              </a:path>
            </a:pathLst>
          </a:custGeom>
          <a:solidFill>
            <a:srgbClr val="FFAC9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4589" y="4237064"/>
            <a:ext cx="3299136" cy="2267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95218" y="4698095"/>
            <a:ext cx="7057423" cy="106136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37670" y="5999817"/>
            <a:ext cx="41910" cy="1602105"/>
          </a:xfrm>
          <a:custGeom>
            <a:avLst/>
            <a:gdLst/>
            <a:ahLst/>
            <a:cxnLst/>
            <a:rect l="l" t="t" r="r" b="b"/>
            <a:pathLst>
              <a:path w="41909" h="1602104">
                <a:moveTo>
                  <a:pt x="41883" y="1602045"/>
                </a:moveTo>
                <a:lnTo>
                  <a:pt x="41883" y="0"/>
                </a:lnTo>
                <a:lnTo>
                  <a:pt x="0" y="0"/>
                </a:lnTo>
                <a:lnTo>
                  <a:pt x="0" y="1602045"/>
                </a:lnTo>
                <a:lnTo>
                  <a:pt x="41883" y="1602045"/>
                </a:lnTo>
                <a:close/>
              </a:path>
            </a:pathLst>
          </a:custGeom>
          <a:solidFill>
            <a:srgbClr val="92C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00632" y="6043589"/>
            <a:ext cx="5782513" cy="30224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04380" y="6520029"/>
            <a:ext cx="7024262" cy="1050122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837670" y="7821751"/>
            <a:ext cx="41910" cy="1602105"/>
          </a:xfrm>
          <a:custGeom>
            <a:avLst/>
            <a:gdLst/>
            <a:ahLst/>
            <a:cxnLst/>
            <a:rect l="l" t="t" r="r" b="b"/>
            <a:pathLst>
              <a:path w="41909" h="1602104">
                <a:moveTo>
                  <a:pt x="41883" y="1602045"/>
                </a:moveTo>
                <a:lnTo>
                  <a:pt x="41883" y="0"/>
                </a:lnTo>
                <a:lnTo>
                  <a:pt x="0" y="0"/>
                </a:lnTo>
                <a:lnTo>
                  <a:pt x="0" y="1602045"/>
                </a:lnTo>
                <a:lnTo>
                  <a:pt x="41883" y="1602045"/>
                </a:lnTo>
                <a:close/>
              </a:path>
            </a:pathLst>
          </a:custGeom>
          <a:solidFill>
            <a:srgbClr val="A192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0632" y="7865523"/>
            <a:ext cx="5630263" cy="30224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03964" y="8341963"/>
            <a:ext cx="6486753" cy="105012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57316" y="2314065"/>
            <a:ext cx="10209113" cy="6889842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0" y="11057255"/>
            <a:ext cx="20104100" cy="251460"/>
            <a:chOff x="0" y="11057255"/>
            <a:chExt cx="20104100" cy="251460"/>
          </a:xfrm>
        </p:grpSpPr>
        <p:sp>
          <p:nvSpPr>
            <p:cNvPr id="17" name="object 17"/>
            <p:cNvSpPr/>
            <p:nvPr/>
          </p:nvSpPr>
          <p:spPr>
            <a:xfrm>
              <a:off x="0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33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33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50679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70136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376704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727391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02733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078075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75341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8428758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670" y="680607"/>
            <a:ext cx="3821873" cy="5235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5741" y="1604186"/>
            <a:ext cx="3861579" cy="6480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6470" y="7966440"/>
            <a:ext cx="2842714" cy="5011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5741" y="3491564"/>
            <a:ext cx="4754091" cy="4947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033" y="2404019"/>
            <a:ext cx="7559409" cy="7829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5741" y="5530769"/>
            <a:ext cx="4607106" cy="65562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5033" y="4288779"/>
            <a:ext cx="7627879" cy="70998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45033" y="6403898"/>
            <a:ext cx="7642582" cy="112881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0" y="11057255"/>
            <a:ext cx="20104100" cy="251460"/>
            <a:chOff x="0" y="11057255"/>
            <a:chExt cx="20104100" cy="251460"/>
          </a:xfrm>
        </p:grpSpPr>
        <p:sp>
          <p:nvSpPr>
            <p:cNvPr id="11" name="object 11"/>
            <p:cNvSpPr/>
            <p:nvPr/>
          </p:nvSpPr>
          <p:spPr>
            <a:xfrm>
              <a:off x="0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33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33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50679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136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376704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727391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402733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078075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5341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8428758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45033" y="8676080"/>
            <a:ext cx="7725764" cy="112881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0052050" y="3183148"/>
            <a:ext cx="8848090" cy="4817110"/>
            <a:chOff x="10052050" y="3183148"/>
            <a:chExt cx="8848090" cy="4817110"/>
          </a:xfrm>
        </p:grpSpPr>
        <p:sp>
          <p:nvSpPr>
            <p:cNvPr id="22" name="object 22"/>
            <p:cNvSpPr/>
            <p:nvPr/>
          </p:nvSpPr>
          <p:spPr>
            <a:xfrm>
              <a:off x="10052050" y="3183149"/>
              <a:ext cx="8848090" cy="4817110"/>
            </a:xfrm>
            <a:custGeom>
              <a:avLst/>
              <a:gdLst/>
              <a:ahLst/>
              <a:cxnLst/>
              <a:rect l="l" t="t" r="r" b="b"/>
              <a:pathLst>
                <a:path w="8848090" h="4817109">
                  <a:moveTo>
                    <a:pt x="8722247" y="0"/>
                  </a:moveTo>
                  <a:lnTo>
                    <a:pt x="125650" y="0"/>
                  </a:ln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0" y="4690956"/>
                  </a:lnTo>
                  <a:lnTo>
                    <a:pt x="9874" y="4739865"/>
                  </a:lnTo>
                  <a:lnTo>
                    <a:pt x="36802" y="4779805"/>
                  </a:lnTo>
                  <a:lnTo>
                    <a:pt x="76741" y="4806733"/>
                  </a:lnTo>
                  <a:lnTo>
                    <a:pt x="125650" y="4816607"/>
                  </a:lnTo>
                  <a:lnTo>
                    <a:pt x="8722247" y="4816607"/>
                  </a:lnTo>
                  <a:lnTo>
                    <a:pt x="8771156" y="4806733"/>
                  </a:lnTo>
                  <a:lnTo>
                    <a:pt x="8811096" y="4779805"/>
                  </a:lnTo>
                  <a:lnTo>
                    <a:pt x="8838023" y="4739865"/>
                  </a:lnTo>
                  <a:lnTo>
                    <a:pt x="8847898" y="4690956"/>
                  </a:lnTo>
                  <a:lnTo>
                    <a:pt x="8847898" y="125650"/>
                  </a:lnTo>
                  <a:lnTo>
                    <a:pt x="8838023" y="76741"/>
                  </a:lnTo>
                  <a:lnTo>
                    <a:pt x="8811096" y="36802"/>
                  </a:lnTo>
                  <a:lnTo>
                    <a:pt x="8771156" y="9874"/>
                  </a:lnTo>
                  <a:lnTo>
                    <a:pt x="8722247" y="0"/>
                  </a:lnTo>
                  <a:close/>
                </a:path>
              </a:pathLst>
            </a:custGeom>
            <a:solidFill>
              <a:srgbClr val="000000">
                <a:alpha val="9803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052050" y="3183149"/>
              <a:ext cx="3120390" cy="1264920"/>
            </a:xfrm>
            <a:custGeom>
              <a:avLst/>
              <a:gdLst/>
              <a:ahLst/>
              <a:cxnLst/>
              <a:rect l="l" t="t" r="r" b="b"/>
              <a:pathLst>
                <a:path w="3120390" h="1264920">
                  <a:moveTo>
                    <a:pt x="3120323" y="0"/>
                  </a:moveTo>
                  <a:lnTo>
                    <a:pt x="125650" y="0"/>
                  </a:ln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0" y="1264882"/>
                  </a:lnTo>
                  <a:lnTo>
                    <a:pt x="3120323" y="1264882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052050" y="3183148"/>
              <a:ext cx="3120390" cy="1264920"/>
            </a:xfrm>
            <a:custGeom>
              <a:avLst/>
              <a:gdLst/>
              <a:ahLst/>
              <a:cxnLst/>
              <a:rect l="l" t="t" r="r" b="b"/>
              <a:pathLst>
                <a:path w="3120390" h="1264920">
                  <a:moveTo>
                    <a:pt x="125650" y="0"/>
                  </a:moveTo>
                  <a:lnTo>
                    <a:pt x="76741" y="9874"/>
                  </a:lnTo>
                  <a:lnTo>
                    <a:pt x="36802" y="36802"/>
                  </a:lnTo>
                  <a:lnTo>
                    <a:pt x="9874" y="76741"/>
                  </a:lnTo>
                  <a:lnTo>
                    <a:pt x="0" y="125650"/>
                  </a:lnTo>
                  <a:lnTo>
                    <a:pt x="0" y="1264882"/>
                  </a:lnTo>
                  <a:lnTo>
                    <a:pt x="10470" y="1264882"/>
                  </a:lnTo>
                  <a:lnTo>
                    <a:pt x="10470" y="125650"/>
                  </a:lnTo>
                  <a:lnTo>
                    <a:pt x="19522" y="80817"/>
                  </a:lnTo>
                  <a:lnTo>
                    <a:pt x="44206" y="44206"/>
                  </a:lnTo>
                  <a:lnTo>
                    <a:pt x="80817" y="19522"/>
                  </a:lnTo>
                  <a:lnTo>
                    <a:pt x="125650" y="10470"/>
                  </a:lnTo>
                  <a:lnTo>
                    <a:pt x="125650" y="0"/>
                  </a:lnTo>
                  <a:close/>
                </a:path>
                <a:path w="3120390" h="1264920">
                  <a:moveTo>
                    <a:pt x="3109853" y="1254412"/>
                  </a:moveTo>
                  <a:lnTo>
                    <a:pt x="10470" y="1254412"/>
                  </a:lnTo>
                  <a:lnTo>
                    <a:pt x="10470" y="1264882"/>
                  </a:lnTo>
                  <a:lnTo>
                    <a:pt x="3109853" y="1264882"/>
                  </a:lnTo>
                  <a:lnTo>
                    <a:pt x="3109853" y="1254412"/>
                  </a:lnTo>
                  <a:close/>
                </a:path>
                <a:path w="3120390" h="1264920">
                  <a:moveTo>
                    <a:pt x="3120323" y="0"/>
                  </a:moveTo>
                  <a:lnTo>
                    <a:pt x="3109853" y="0"/>
                  </a:lnTo>
                  <a:lnTo>
                    <a:pt x="3109853" y="1264882"/>
                  </a:lnTo>
                  <a:lnTo>
                    <a:pt x="3120323" y="1264882"/>
                  </a:lnTo>
                  <a:lnTo>
                    <a:pt x="3120323" y="0"/>
                  </a:lnTo>
                  <a:close/>
                </a:path>
                <a:path w="3120390" h="1264920">
                  <a:moveTo>
                    <a:pt x="3109853" y="0"/>
                  </a:moveTo>
                  <a:lnTo>
                    <a:pt x="125650" y="0"/>
                  </a:lnTo>
                  <a:lnTo>
                    <a:pt x="125650" y="10470"/>
                  </a:lnTo>
                  <a:lnTo>
                    <a:pt x="3109853" y="10470"/>
                  </a:lnTo>
                  <a:lnTo>
                    <a:pt x="3109853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288507" y="3463959"/>
              <a:ext cx="1063625" cy="278765"/>
            </a:xfrm>
            <a:custGeom>
              <a:avLst/>
              <a:gdLst/>
              <a:ahLst/>
              <a:cxnLst/>
              <a:rect l="l" t="t" r="r" b="b"/>
              <a:pathLst>
                <a:path w="1063625" h="278764">
                  <a:moveTo>
                    <a:pt x="60772" y="0"/>
                  </a:moveTo>
                  <a:lnTo>
                    <a:pt x="0" y="0"/>
                  </a:lnTo>
                  <a:lnTo>
                    <a:pt x="0" y="274146"/>
                  </a:lnTo>
                  <a:lnTo>
                    <a:pt x="47654" y="274146"/>
                  </a:lnTo>
                  <a:lnTo>
                    <a:pt x="47654" y="85403"/>
                  </a:lnTo>
                  <a:lnTo>
                    <a:pt x="95762" y="85403"/>
                  </a:lnTo>
                  <a:lnTo>
                    <a:pt x="60772" y="0"/>
                  </a:lnTo>
                  <a:close/>
                </a:path>
                <a:path w="1063625" h="278764">
                  <a:moveTo>
                    <a:pt x="287532" y="85804"/>
                  </a:moveTo>
                  <a:lnTo>
                    <a:pt x="239878" y="85804"/>
                  </a:lnTo>
                  <a:lnTo>
                    <a:pt x="239878" y="274146"/>
                  </a:lnTo>
                  <a:lnTo>
                    <a:pt x="287532" y="274146"/>
                  </a:lnTo>
                  <a:lnTo>
                    <a:pt x="287532" y="85804"/>
                  </a:lnTo>
                  <a:close/>
                </a:path>
                <a:path w="1063625" h="278764">
                  <a:moveTo>
                    <a:pt x="95762" y="85403"/>
                  </a:moveTo>
                  <a:lnTo>
                    <a:pt x="50197" y="85403"/>
                  </a:lnTo>
                  <a:lnTo>
                    <a:pt x="125962" y="273343"/>
                  </a:lnTo>
                  <a:lnTo>
                    <a:pt x="161569" y="273343"/>
                  </a:lnTo>
                  <a:lnTo>
                    <a:pt x="191746" y="198649"/>
                  </a:lnTo>
                  <a:lnTo>
                    <a:pt x="142160" y="198649"/>
                  </a:lnTo>
                  <a:lnTo>
                    <a:pt x="95762" y="85403"/>
                  </a:lnTo>
                  <a:close/>
                </a:path>
                <a:path w="1063625" h="278764">
                  <a:moveTo>
                    <a:pt x="287532" y="0"/>
                  </a:moveTo>
                  <a:lnTo>
                    <a:pt x="226760" y="0"/>
                  </a:lnTo>
                  <a:lnTo>
                    <a:pt x="145372" y="198649"/>
                  </a:lnTo>
                  <a:lnTo>
                    <a:pt x="191746" y="198649"/>
                  </a:lnTo>
                  <a:lnTo>
                    <a:pt x="237335" y="85804"/>
                  </a:lnTo>
                  <a:lnTo>
                    <a:pt x="287532" y="85804"/>
                  </a:lnTo>
                  <a:lnTo>
                    <a:pt x="287532" y="0"/>
                  </a:lnTo>
                  <a:close/>
                </a:path>
                <a:path w="1063625" h="278764">
                  <a:moveTo>
                    <a:pt x="425388" y="65859"/>
                  </a:moveTo>
                  <a:lnTo>
                    <a:pt x="384727" y="73313"/>
                  </a:lnTo>
                  <a:lnTo>
                    <a:pt x="345623" y="105013"/>
                  </a:lnTo>
                  <a:lnTo>
                    <a:pt x="329878" y="142260"/>
                  </a:lnTo>
                  <a:lnTo>
                    <a:pt x="326873" y="172011"/>
                  </a:lnTo>
                  <a:lnTo>
                    <a:pt x="326866" y="172144"/>
                  </a:lnTo>
                  <a:lnTo>
                    <a:pt x="333643" y="215415"/>
                  </a:lnTo>
                  <a:lnTo>
                    <a:pt x="353571" y="249014"/>
                  </a:lnTo>
                  <a:lnTo>
                    <a:pt x="397277" y="274849"/>
                  </a:lnTo>
                  <a:lnTo>
                    <a:pt x="425388" y="278162"/>
                  </a:lnTo>
                  <a:lnTo>
                    <a:pt x="439945" y="277334"/>
                  </a:lnTo>
                  <a:lnTo>
                    <a:pt x="477593" y="264910"/>
                  </a:lnTo>
                  <a:lnTo>
                    <a:pt x="504870" y="239343"/>
                  </a:lnTo>
                  <a:lnTo>
                    <a:pt x="425655" y="239343"/>
                  </a:lnTo>
                  <a:lnTo>
                    <a:pt x="417640" y="238782"/>
                  </a:lnTo>
                  <a:lnTo>
                    <a:pt x="384435" y="213256"/>
                  </a:lnTo>
                  <a:lnTo>
                    <a:pt x="375998" y="172144"/>
                  </a:lnTo>
                  <a:lnTo>
                    <a:pt x="376328" y="162799"/>
                  </a:lnTo>
                  <a:lnTo>
                    <a:pt x="388208" y="124055"/>
                  </a:lnTo>
                  <a:lnTo>
                    <a:pt x="425655" y="104277"/>
                  </a:lnTo>
                  <a:lnTo>
                    <a:pt x="504493" y="104277"/>
                  </a:lnTo>
                  <a:lnTo>
                    <a:pt x="497170" y="95041"/>
                  </a:lnTo>
                  <a:lnTo>
                    <a:pt x="453498" y="69172"/>
                  </a:lnTo>
                  <a:lnTo>
                    <a:pt x="439945" y="66687"/>
                  </a:lnTo>
                  <a:lnTo>
                    <a:pt x="425388" y="65859"/>
                  </a:lnTo>
                  <a:close/>
                </a:path>
                <a:path w="1063625" h="278764">
                  <a:moveTo>
                    <a:pt x="504493" y="104277"/>
                  </a:moveTo>
                  <a:lnTo>
                    <a:pt x="425655" y="104277"/>
                  </a:lnTo>
                  <a:lnTo>
                    <a:pt x="433486" y="104846"/>
                  </a:lnTo>
                  <a:lnTo>
                    <a:pt x="440648" y="106553"/>
                  </a:lnTo>
                  <a:lnTo>
                    <a:pt x="469294" y="137876"/>
                  </a:lnTo>
                  <a:lnTo>
                    <a:pt x="474782" y="172011"/>
                  </a:lnTo>
                  <a:lnTo>
                    <a:pt x="474439" y="181163"/>
                  </a:lnTo>
                  <a:lnTo>
                    <a:pt x="462534" y="219732"/>
                  </a:lnTo>
                  <a:lnTo>
                    <a:pt x="425655" y="239343"/>
                  </a:lnTo>
                  <a:lnTo>
                    <a:pt x="504870" y="239343"/>
                  </a:lnTo>
                  <a:lnTo>
                    <a:pt x="520864" y="201995"/>
                  </a:lnTo>
                  <a:lnTo>
                    <a:pt x="523909" y="172144"/>
                  </a:lnTo>
                  <a:lnTo>
                    <a:pt x="523148" y="156709"/>
                  </a:lnTo>
                  <a:lnTo>
                    <a:pt x="520864" y="142260"/>
                  </a:lnTo>
                  <a:lnTo>
                    <a:pt x="517057" y="128799"/>
                  </a:lnTo>
                  <a:lnTo>
                    <a:pt x="511728" y="116324"/>
                  </a:lnTo>
                  <a:lnTo>
                    <a:pt x="505077" y="105013"/>
                  </a:lnTo>
                  <a:lnTo>
                    <a:pt x="504493" y="104277"/>
                  </a:lnTo>
                  <a:close/>
                </a:path>
                <a:path w="1063625" h="278764">
                  <a:moveTo>
                    <a:pt x="637703" y="65859"/>
                  </a:moveTo>
                  <a:lnTo>
                    <a:pt x="594733" y="78040"/>
                  </a:lnTo>
                  <a:lnTo>
                    <a:pt x="564079" y="113781"/>
                  </a:lnTo>
                  <a:lnTo>
                    <a:pt x="553538" y="155144"/>
                  </a:lnTo>
                  <a:lnTo>
                    <a:pt x="552846" y="171341"/>
                  </a:lnTo>
                  <a:lnTo>
                    <a:pt x="552835" y="171609"/>
                  </a:lnTo>
                  <a:lnTo>
                    <a:pt x="559085" y="216687"/>
                  </a:lnTo>
                  <a:lnTo>
                    <a:pt x="585129" y="258384"/>
                  </a:lnTo>
                  <a:lnTo>
                    <a:pt x="625772" y="276982"/>
                  </a:lnTo>
                  <a:lnTo>
                    <a:pt x="637569" y="277761"/>
                  </a:lnTo>
                  <a:lnTo>
                    <a:pt x="646027" y="277392"/>
                  </a:lnTo>
                  <a:lnTo>
                    <a:pt x="685625" y="257681"/>
                  </a:lnTo>
                  <a:lnTo>
                    <a:pt x="696468" y="241752"/>
                  </a:lnTo>
                  <a:lnTo>
                    <a:pt x="747067" y="241752"/>
                  </a:lnTo>
                  <a:lnTo>
                    <a:pt x="747067" y="238004"/>
                  </a:lnTo>
                  <a:lnTo>
                    <a:pt x="651089" y="238004"/>
                  </a:lnTo>
                  <a:lnTo>
                    <a:pt x="643673" y="237485"/>
                  </a:lnTo>
                  <a:lnTo>
                    <a:pt x="643507" y="237485"/>
                  </a:lnTo>
                  <a:lnTo>
                    <a:pt x="636691" y="235929"/>
                  </a:lnTo>
                  <a:lnTo>
                    <a:pt x="636558" y="235929"/>
                  </a:lnTo>
                  <a:lnTo>
                    <a:pt x="607718" y="205743"/>
                  </a:lnTo>
                  <a:lnTo>
                    <a:pt x="602230" y="171341"/>
                  </a:lnTo>
                  <a:lnTo>
                    <a:pt x="602573" y="162038"/>
                  </a:lnTo>
                  <a:lnTo>
                    <a:pt x="614545" y="124088"/>
                  </a:lnTo>
                  <a:lnTo>
                    <a:pt x="651089" y="105616"/>
                  </a:lnTo>
                  <a:lnTo>
                    <a:pt x="747067" y="105616"/>
                  </a:lnTo>
                  <a:lnTo>
                    <a:pt x="747067" y="102662"/>
                  </a:lnTo>
                  <a:lnTo>
                    <a:pt x="696530" y="102662"/>
                  </a:lnTo>
                  <a:lnTo>
                    <a:pt x="693969" y="97539"/>
                  </a:lnTo>
                  <a:lnTo>
                    <a:pt x="690444" y="92230"/>
                  </a:lnTo>
                  <a:lnTo>
                    <a:pt x="685893" y="86607"/>
                  </a:lnTo>
                  <a:lnTo>
                    <a:pt x="681341" y="80896"/>
                  </a:lnTo>
                  <a:lnTo>
                    <a:pt x="675184" y="76032"/>
                  </a:lnTo>
                  <a:lnTo>
                    <a:pt x="667420" y="72017"/>
                  </a:lnTo>
                  <a:lnTo>
                    <a:pt x="661195" y="69323"/>
                  </a:lnTo>
                  <a:lnTo>
                    <a:pt x="654168" y="67398"/>
                  </a:lnTo>
                  <a:lnTo>
                    <a:pt x="646337" y="66244"/>
                  </a:lnTo>
                  <a:lnTo>
                    <a:pt x="637703" y="65859"/>
                  </a:lnTo>
                  <a:close/>
                </a:path>
                <a:path w="1063625" h="278764">
                  <a:moveTo>
                    <a:pt x="747067" y="241752"/>
                  </a:moveTo>
                  <a:lnTo>
                    <a:pt x="699413" y="241752"/>
                  </a:lnTo>
                  <a:lnTo>
                    <a:pt x="699413" y="274146"/>
                  </a:lnTo>
                  <a:lnTo>
                    <a:pt x="747067" y="274146"/>
                  </a:lnTo>
                  <a:lnTo>
                    <a:pt x="747067" y="241752"/>
                  </a:lnTo>
                  <a:close/>
                </a:path>
                <a:path w="1063625" h="278764">
                  <a:moveTo>
                    <a:pt x="747067" y="105616"/>
                  </a:moveTo>
                  <a:lnTo>
                    <a:pt x="651089" y="105616"/>
                  </a:lnTo>
                  <a:lnTo>
                    <a:pt x="658857" y="106143"/>
                  </a:lnTo>
                  <a:lnTo>
                    <a:pt x="658686" y="106143"/>
                  </a:lnTo>
                  <a:lnTo>
                    <a:pt x="665814" y="107724"/>
                  </a:lnTo>
                  <a:lnTo>
                    <a:pt x="665677" y="107724"/>
                  </a:lnTo>
                  <a:lnTo>
                    <a:pt x="671795" y="110209"/>
                  </a:lnTo>
                  <a:lnTo>
                    <a:pt x="696250" y="144360"/>
                  </a:lnTo>
                  <a:lnTo>
                    <a:pt x="699413" y="171341"/>
                  </a:lnTo>
                  <a:lnTo>
                    <a:pt x="699071" y="180720"/>
                  </a:lnTo>
                  <a:lnTo>
                    <a:pt x="699061" y="181004"/>
                  </a:lnTo>
                  <a:lnTo>
                    <a:pt x="698062" y="189580"/>
                  </a:lnTo>
                  <a:lnTo>
                    <a:pt x="698007" y="190048"/>
                  </a:lnTo>
                  <a:lnTo>
                    <a:pt x="696365" y="197921"/>
                  </a:lnTo>
                  <a:lnTo>
                    <a:pt x="671620" y="233336"/>
                  </a:lnTo>
                  <a:lnTo>
                    <a:pt x="651089" y="238004"/>
                  </a:lnTo>
                  <a:lnTo>
                    <a:pt x="747067" y="238004"/>
                  </a:lnTo>
                  <a:lnTo>
                    <a:pt x="747067" y="105616"/>
                  </a:lnTo>
                  <a:close/>
                </a:path>
                <a:path w="1063625" h="278764">
                  <a:moveTo>
                    <a:pt x="747067" y="0"/>
                  </a:moveTo>
                  <a:lnTo>
                    <a:pt x="698476" y="0"/>
                  </a:lnTo>
                  <a:lnTo>
                    <a:pt x="698476" y="102662"/>
                  </a:lnTo>
                  <a:lnTo>
                    <a:pt x="747067" y="102662"/>
                  </a:lnTo>
                  <a:lnTo>
                    <a:pt x="747067" y="0"/>
                  </a:lnTo>
                  <a:close/>
                </a:path>
                <a:path w="1063625" h="278764">
                  <a:moveTo>
                    <a:pt x="883416" y="65859"/>
                  </a:moveTo>
                  <a:lnTo>
                    <a:pt x="869168" y="66704"/>
                  </a:lnTo>
                  <a:lnTo>
                    <a:pt x="855436" y="69323"/>
                  </a:lnTo>
                  <a:lnTo>
                    <a:pt x="855630" y="69323"/>
                  </a:lnTo>
                  <a:lnTo>
                    <a:pt x="843534" y="73464"/>
                  </a:lnTo>
                  <a:lnTo>
                    <a:pt x="804840" y="105482"/>
                  </a:lnTo>
                  <a:lnTo>
                    <a:pt x="789111" y="142762"/>
                  </a:lnTo>
                  <a:lnTo>
                    <a:pt x="786928" y="156684"/>
                  </a:lnTo>
                  <a:lnTo>
                    <a:pt x="786852" y="157169"/>
                  </a:lnTo>
                  <a:lnTo>
                    <a:pt x="786099" y="172546"/>
                  </a:lnTo>
                  <a:lnTo>
                    <a:pt x="786852" y="188149"/>
                  </a:lnTo>
                  <a:lnTo>
                    <a:pt x="789111" y="202698"/>
                  </a:lnTo>
                  <a:lnTo>
                    <a:pt x="804815" y="239811"/>
                  </a:lnTo>
                  <a:lnTo>
                    <a:pt x="844320" y="270934"/>
                  </a:lnTo>
                  <a:lnTo>
                    <a:pt x="885960" y="278162"/>
                  </a:lnTo>
                  <a:lnTo>
                    <a:pt x="897605" y="277710"/>
                  </a:lnTo>
                  <a:lnTo>
                    <a:pt x="937412" y="266884"/>
                  </a:lnTo>
                  <a:lnTo>
                    <a:pt x="966359" y="240413"/>
                  </a:lnTo>
                  <a:lnTo>
                    <a:pt x="886629" y="240413"/>
                  </a:lnTo>
                  <a:lnTo>
                    <a:pt x="878982" y="239995"/>
                  </a:lnTo>
                  <a:lnTo>
                    <a:pt x="844320" y="220167"/>
                  </a:lnTo>
                  <a:lnTo>
                    <a:pt x="834213" y="184593"/>
                  </a:lnTo>
                  <a:lnTo>
                    <a:pt x="808856" y="184593"/>
                  </a:lnTo>
                  <a:lnTo>
                    <a:pt x="808856" y="151931"/>
                  </a:lnTo>
                  <a:lnTo>
                    <a:pt x="834349" y="151931"/>
                  </a:lnTo>
                  <a:lnTo>
                    <a:pt x="834599" y="148125"/>
                  </a:lnTo>
                  <a:lnTo>
                    <a:pt x="857983" y="110836"/>
                  </a:lnTo>
                  <a:lnTo>
                    <a:pt x="869944" y="105482"/>
                  </a:lnTo>
                  <a:lnTo>
                    <a:pt x="869797" y="105482"/>
                  </a:lnTo>
                  <a:lnTo>
                    <a:pt x="876882" y="104060"/>
                  </a:lnTo>
                  <a:lnTo>
                    <a:pt x="884085" y="103608"/>
                  </a:lnTo>
                  <a:lnTo>
                    <a:pt x="959835" y="103608"/>
                  </a:lnTo>
                  <a:lnTo>
                    <a:pt x="955483" y="97551"/>
                  </a:lnTo>
                  <a:lnTo>
                    <a:pt x="919291" y="72017"/>
                  </a:lnTo>
                  <a:lnTo>
                    <a:pt x="892786" y="66244"/>
                  </a:lnTo>
                  <a:lnTo>
                    <a:pt x="883416" y="65859"/>
                  </a:lnTo>
                  <a:close/>
                </a:path>
                <a:path w="1063625" h="278764">
                  <a:moveTo>
                    <a:pt x="930134" y="213909"/>
                  </a:moveTo>
                  <a:lnTo>
                    <a:pt x="900060" y="239432"/>
                  </a:lnTo>
                  <a:lnTo>
                    <a:pt x="893679" y="240413"/>
                  </a:lnTo>
                  <a:lnTo>
                    <a:pt x="966359" y="240413"/>
                  </a:lnTo>
                  <a:lnTo>
                    <a:pt x="969154" y="235795"/>
                  </a:lnTo>
                  <a:lnTo>
                    <a:pt x="972751" y="227680"/>
                  </a:lnTo>
                  <a:lnTo>
                    <a:pt x="975379" y="218996"/>
                  </a:lnTo>
                  <a:lnTo>
                    <a:pt x="930134" y="213909"/>
                  </a:lnTo>
                  <a:close/>
                </a:path>
                <a:path w="1063625" h="278764">
                  <a:moveTo>
                    <a:pt x="834349" y="151931"/>
                  </a:moveTo>
                  <a:lnTo>
                    <a:pt x="808856" y="151931"/>
                  </a:lnTo>
                  <a:lnTo>
                    <a:pt x="808856" y="184593"/>
                  </a:lnTo>
                  <a:lnTo>
                    <a:pt x="834213" y="184593"/>
                  </a:lnTo>
                  <a:lnTo>
                    <a:pt x="834155" y="154876"/>
                  </a:lnTo>
                  <a:lnTo>
                    <a:pt x="834349" y="151931"/>
                  </a:lnTo>
                  <a:close/>
                </a:path>
                <a:path w="1063625" h="278764">
                  <a:moveTo>
                    <a:pt x="959835" y="103608"/>
                  </a:moveTo>
                  <a:lnTo>
                    <a:pt x="893366" y="103608"/>
                  </a:lnTo>
                  <a:lnTo>
                    <a:pt x="901487" y="105705"/>
                  </a:lnTo>
                  <a:lnTo>
                    <a:pt x="915498" y="114094"/>
                  </a:lnTo>
                  <a:lnTo>
                    <a:pt x="930403" y="144569"/>
                  </a:lnTo>
                  <a:lnTo>
                    <a:pt x="930510" y="145163"/>
                  </a:lnTo>
                  <a:lnTo>
                    <a:pt x="930937" y="151931"/>
                  </a:lnTo>
                  <a:lnTo>
                    <a:pt x="834349" y="151931"/>
                  </a:lnTo>
                  <a:lnTo>
                    <a:pt x="834155" y="154876"/>
                  </a:lnTo>
                  <a:lnTo>
                    <a:pt x="834213" y="184593"/>
                  </a:lnTo>
                  <a:lnTo>
                    <a:pt x="977386" y="184593"/>
                  </a:lnTo>
                  <a:lnTo>
                    <a:pt x="977386" y="169735"/>
                  </a:lnTo>
                  <a:lnTo>
                    <a:pt x="976935" y="157169"/>
                  </a:lnTo>
                  <a:lnTo>
                    <a:pt x="976918" y="156684"/>
                  </a:lnTo>
                  <a:lnTo>
                    <a:pt x="965791" y="113748"/>
                  </a:lnTo>
                  <a:lnTo>
                    <a:pt x="960988" y="105214"/>
                  </a:lnTo>
                  <a:lnTo>
                    <a:pt x="959835" y="103608"/>
                  </a:lnTo>
                  <a:close/>
                </a:path>
                <a:path w="1063625" h="278764">
                  <a:moveTo>
                    <a:pt x="1063069" y="0"/>
                  </a:moveTo>
                  <a:lnTo>
                    <a:pt x="1014612" y="0"/>
                  </a:lnTo>
                  <a:lnTo>
                    <a:pt x="1014612" y="274146"/>
                  </a:lnTo>
                  <a:lnTo>
                    <a:pt x="1063069" y="274146"/>
                  </a:lnTo>
                  <a:lnTo>
                    <a:pt x="10630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172374" y="3183149"/>
              <a:ext cx="2125980" cy="1264920"/>
            </a:xfrm>
            <a:custGeom>
              <a:avLst/>
              <a:gdLst/>
              <a:ahLst/>
              <a:cxnLst/>
              <a:rect l="l" t="t" r="r" b="b"/>
              <a:pathLst>
                <a:path w="2125980" h="1264920">
                  <a:moveTo>
                    <a:pt x="2125589" y="0"/>
                  </a:moveTo>
                  <a:lnTo>
                    <a:pt x="0" y="0"/>
                  </a:lnTo>
                  <a:lnTo>
                    <a:pt x="0" y="1264882"/>
                  </a:lnTo>
                  <a:lnTo>
                    <a:pt x="2125589" y="1264882"/>
                  </a:lnTo>
                  <a:lnTo>
                    <a:pt x="2125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3172364" y="3183159"/>
              <a:ext cx="2125980" cy="1264920"/>
            </a:xfrm>
            <a:custGeom>
              <a:avLst/>
              <a:gdLst/>
              <a:ahLst/>
              <a:cxnLst/>
              <a:rect l="l" t="t" r="r" b="b"/>
              <a:pathLst>
                <a:path w="2125980" h="1264920">
                  <a:moveTo>
                    <a:pt x="2125599" y="0"/>
                  </a:moveTo>
                  <a:lnTo>
                    <a:pt x="2115121" y="0"/>
                  </a:lnTo>
                  <a:lnTo>
                    <a:pt x="0" y="0"/>
                  </a:lnTo>
                  <a:lnTo>
                    <a:pt x="0" y="10464"/>
                  </a:lnTo>
                  <a:lnTo>
                    <a:pt x="2115121" y="10464"/>
                  </a:lnTo>
                  <a:lnTo>
                    <a:pt x="2115121" y="1254404"/>
                  </a:lnTo>
                  <a:lnTo>
                    <a:pt x="0" y="1254404"/>
                  </a:lnTo>
                  <a:lnTo>
                    <a:pt x="0" y="1264881"/>
                  </a:lnTo>
                  <a:lnTo>
                    <a:pt x="2115121" y="1264881"/>
                  </a:lnTo>
                  <a:lnTo>
                    <a:pt x="2125599" y="1264881"/>
                  </a:lnTo>
                  <a:lnTo>
                    <a:pt x="212559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391027" y="3463959"/>
              <a:ext cx="1683684" cy="35125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5297963" y="3183149"/>
              <a:ext cx="1456055" cy="1264920"/>
            </a:xfrm>
            <a:custGeom>
              <a:avLst/>
              <a:gdLst/>
              <a:ahLst/>
              <a:cxnLst/>
              <a:rect l="l" t="t" r="r" b="b"/>
              <a:pathLst>
                <a:path w="1456055" h="1264920">
                  <a:moveTo>
                    <a:pt x="1455453" y="0"/>
                  </a:moveTo>
                  <a:lnTo>
                    <a:pt x="0" y="0"/>
                  </a:lnTo>
                  <a:lnTo>
                    <a:pt x="0" y="1264882"/>
                  </a:lnTo>
                  <a:lnTo>
                    <a:pt x="1455453" y="1264882"/>
                  </a:lnTo>
                  <a:lnTo>
                    <a:pt x="14554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297963" y="3183159"/>
              <a:ext cx="1456055" cy="1264920"/>
            </a:xfrm>
            <a:custGeom>
              <a:avLst/>
              <a:gdLst/>
              <a:ahLst/>
              <a:cxnLst/>
              <a:rect l="l" t="t" r="r" b="b"/>
              <a:pathLst>
                <a:path w="1456055" h="1264920">
                  <a:moveTo>
                    <a:pt x="1455445" y="0"/>
                  </a:moveTo>
                  <a:lnTo>
                    <a:pt x="1444980" y="0"/>
                  </a:lnTo>
                  <a:lnTo>
                    <a:pt x="0" y="0"/>
                  </a:lnTo>
                  <a:lnTo>
                    <a:pt x="0" y="10464"/>
                  </a:lnTo>
                  <a:lnTo>
                    <a:pt x="1444980" y="10464"/>
                  </a:lnTo>
                  <a:lnTo>
                    <a:pt x="1444980" y="1254404"/>
                  </a:lnTo>
                  <a:lnTo>
                    <a:pt x="0" y="1254404"/>
                  </a:lnTo>
                  <a:lnTo>
                    <a:pt x="0" y="1264881"/>
                  </a:lnTo>
                  <a:lnTo>
                    <a:pt x="1444980" y="1264881"/>
                  </a:lnTo>
                  <a:lnTo>
                    <a:pt x="1455445" y="1264881"/>
                  </a:lnTo>
                  <a:lnTo>
                    <a:pt x="1455445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534421" y="3463959"/>
              <a:ext cx="326390" cy="274320"/>
            </a:xfrm>
            <a:custGeom>
              <a:avLst/>
              <a:gdLst/>
              <a:ahLst/>
              <a:cxnLst/>
              <a:rect l="l" t="t" r="r" b="b"/>
              <a:pathLst>
                <a:path w="326390" h="274320">
                  <a:moveTo>
                    <a:pt x="175625" y="0"/>
                  </a:moveTo>
                  <a:lnTo>
                    <a:pt x="0" y="0"/>
                  </a:lnTo>
                  <a:lnTo>
                    <a:pt x="0" y="274146"/>
                  </a:lnTo>
                  <a:lnTo>
                    <a:pt x="49662" y="274146"/>
                  </a:lnTo>
                  <a:lnTo>
                    <a:pt x="49662" y="157687"/>
                  </a:lnTo>
                  <a:lnTo>
                    <a:pt x="163577" y="157687"/>
                  </a:lnTo>
                  <a:lnTo>
                    <a:pt x="163577" y="116057"/>
                  </a:lnTo>
                  <a:lnTo>
                    <a:pt x="49662" y="116057"/>
                  </a:lnTo>
                  <a:lnTo>
                    <a:pt x="49662" y="41630"/>
                  </a:lnTo>
                  <a:lnTo>
                    <a:pt x="175625" y="41630"/>
                  </a:lnTo>
                  <a:lnTo>
                    <a:pt x="175625" y="0"/>
                  </a:lnTo>
                  <a:close/>
                </a:path>
                <a:path w="326390" h="274320">
                  <a:moveTo>
                    <a:pt x="325929" y="48323"/>
                  </a:moveTo>
                  <a:lnTo>
                    <a:pt x="276267" y="48323"/>
                  </a:lnTo>
                  <a:lnTo>
                    <a:pt x="276267" y="274146"/>
                  </a:lnTo>
                  <a:lnTo>
                    <a:pt x="325929" y="274146"/>
                  </a:lnTo>
                  <a:lnTo>
                    <a:pt x="325929" y="48323"/>
                  </a:lnTo>
                  <a:close/>
                </a:path>
                <a:path w="326390" h="274320">
                  <a:moveTo>
                    <a:pt x="325929" y="0"/>
                  </a:moveTo>
                  <a:lnTo>
                    <a:pt x="278676" y="0"/>
                  </a:lnTo>
                  <a:lnTo>
                    <a:pt x="210541" y="43772"/>
                  </a:lnTo>
                  <a:lnTo>
                    <a:pt x="210541" y="89285"/>
                  </a:lnTo>
                  <a:lnTo>
                    <a:pt x="274660" y="48323"/>
                  </a:lnTo>
                  <a:lnTo>
                    <a:pt x="325929" y="48323"/>
                  </a:lnTo>
                  <a:lnTo>
                    <a:pt x="3259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753416" y="3183149"/>
              <a:ext cx="2146935" cy="1264920"/>
            </a:xfrm>
            <a:custGeom>
              <a:avLst/>
              <a:gdLst/>
              <a:ahLst/>
              <a:cxnLst/>
              <a:rect l="l" t="t" r="r" b="b"/>
              <a:pathLst>
                <a:path w="2146934" h="1264920">
                  <a:moveTo>
                    <a:pt x="2020880" y="0"/>
                  </a:moveTo>
                  <a:lnTo>
                    <a:pt x="0" y="0"/>
                  </a:lnTo>
                  <a:lnTo>
                    <a:pt x="0" y="1264882"/>
                  </a:lnTo>
                  <a:lnTo>
                    <a:pt x="2146531" y="1264882"/>
                  </a:lnTo>
                  <a:lnTo>
                    <a:pt x="2146531" y="125650"/>
                  </a:lnTo>
                  <a:lnTo>
                    <a:pt x="2136657" y="76741"/>
                  </a:lnTo>
                  <a:lnTo>
                    <a:pt x="2109729" y="36802"/>
                  </a:lnTo>
                  <a:lnTo>
                    <a:pt x="2069789" y="9874"/>
                  </a:lnTo>
                  <a:lnTo>
                    <a:pt x="2020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6753417" y="3183148"/>
              <a:ext cx="2146935" cy="1264920"/>
            </a:xfrm>
            <a:custGeom>
              <a:avLst/>
              <a:gdLst/>
              <a:ahLst/>
              <a:cxnLst/>
              <a:rect l="l" t="t" r="r" b="b"/>
              <a:pathLst>
                <a:path w="2146934" h="1264920">
                  <a:moveTo>
                    <a:pt x="2136060" y="1254412"/>
                  </a:moveTo>
                  <a:lnTo>
                    <a:pt x="0" y="1254412"/>
                  </a:lnTo>
                  <a:lnTo>
                    <a:pt x="0" y="1264882"/>
                  </a:lnTo>
                  <a:lnTo>
                    <a:pt x="2146531" y="1264882"/>
                  </a:lnTo>
                  <a:lnTo>
                    <a:pt x="2136060" y="1254412"/>
                  </a:lnTo>
                  <a:close/>
                </a:path>
                <a:path w="2146934" h="1264920">
                  <a:moveTo>
                    <a:pt x="2020880" y="0"/>
                  </a:moveTo>
                  <a:lnTo>
                    <a:pt x="2020880" y="10470"/>
                  </a:lnTo>
                  <a:lnTo>
                    <a:pt x="2065714" y="19522"/>
                  </a:lnTo>
                  <a:lnTo>
                    <a:pt x="2102325" y="44206"/>
                  </a:lnTo>
                  <a:lnTo>
                    <a:pt x="2127009" y="80817"/>
                  </a:lnTo>
                  <a:lnTo>
                    <a:pt x="2136060" y="125650"/>
                  </a:lnTo>
                  <a:lnTo>
                    <a:pt x="2136060" y="1254412"/>
                  </a:lnTo>
                  <a:lnTo>
                    <a:pt x="2146531" y="1264882"/>
                  </a:lnTo>
                  <a:lnTo>
                    <a:pt x="2146531" y="125650"/>
                  </a:lnTo>
                  <a:lnTo>
                    <a:pt x="2136657" y="76741"/>
                  </a:lnTo>
                  <a:lnTo>
                    <a:pt x="2109729" y="36802"/>
                  </a:lnTo>
                  <a:lnTo>
                    <a:pt x="2069789" y="9874"/>
                  </a:lnTo>
                  <a:lnTo>
                    <a:pt x="2020880" y="0"/>
                  </a:lnTo>
                  <a:close/>
                </a:path>
                <a:path w="2146934" h="1264920">
                  <a:moveTo>
                    <a:pt x="2020880" y="0"/>
                  </a:moveTo>
                  <a:lnTo>
                    <a:pt x="0" y="0"/>
                  </a:lnTo>
                  <a:lnTo>
                    <a:pt x="0" y="10470"/>
                  </a:lnTo>
                  <a:lnTo>
                    <a:pt x="2020880" y="10470"/>
                  </a:lnTo>
                  <a:lnTo>
                    <a:pt x="2020880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6989874" y="3460211"/>
              <a:ext cx="1672589" cy="282575"/>
            </a:xfrm>
            <a:custGeom>
              <a:avLst/>
              <a:gdLst/>
              <a:ahLst/>
              <a:cxnLst/>
              <a:rect l="l" t="t" r="r" b="b"/>
              <a:pathLst>
                <a:path w="1672590" h="282575">
                  <a:moveTo>
                    <a:pt x="102805" y="3748"/>
                  </a:moveTo>
                  <a:lnTo>
                    <a:pt x="0" y="3748"/>
                  </a:lnTo>
                  <a:lnTo>
                    <a:pt x="0" y="277894"/>
                  </a:lnTo>
                  <a:lnTo>
                    <a:pt x="49662" y="277894"/>
                  </a:lnTo>
                  <a:lnTo>
                    <a:pt x="49662" y="177499"/>
                  </a:lnTo>
                  <a:lnTo>
                    <a:pt x="28913" y="177499"/>
                  </a:lnTo>
                  <a:lnTo>
                    <a:pt x="28913" y="136270"/>
                  </a:lnTo>
                  <a:lnTo>
                    <a:pt x="49662" y="136270"/>
                  </a:lnTo>
                  <a:lnTo>
                    <a:pt x="49662" y="45244"/>
                  </a:lnTo>
                  <a:lnTo>
                    <a:pt x="188166" y="45244"/>
                  </a:lnTo>
                  <a:lnTo>
                    <a:pt x="155813" y="14724"/>
                  </a:lnTo>
                  <a:lnTo>
                    <a:pt x="117964" y="4434"/>
                  </a:lnTo>
                  <a:lnTo>
                    <a:pt x="102805" y="3748"/>
                  </a:lnTo>
                  <a:close/>
                </a:path>
                <a:path w="1672590" h="282575">
                  <a:moveTo>
                    <a:pt x="141624" y="153672"/>
                  </a:moveTo>
                  <a:lnTo>
                    <a:pt x="87411" y="153672"/>
                  </a:lnTo>
                  <a:lnTo>
                    <a:pt x="154073" y="277894"/>
                  </a:lnTo>
                  <a:lnTo>
                    <a:pt x="209492" y="277894"/>
                  </a:lnTo>
                  <a:lnTo>
                    <a:pt x="154642" y="177499"/>
                  </a:lnTo>
                  <a:lnTo>
                    <a:pt x="102135" y="177499"/>
                  </a:lnTo>
                  <a:lnTo>
                    <a:pt x="117312" y="176846"/>
                  </a:lnTo>
                  <a:lnTo>
                    <a:pt x="131250" y="174889"/>
                  </a:lnTo>
                  <a:lnTo>
                    <a:pt x="143950" y="171626"/>
                  </a:lnTo>
                  <a:lnTo>
                    <a:pt x="150095" y="169177"/>
                  </a:lnTo>
                  <a:lnTo>
                    <a:pt x="141624" y="153672"/>
                  </a:lnTo>
                  <a:close/>
                </a:path>
                <a:path w="1672590" h="282575">
                  <a:moveTo>
                    <a:pt x="49662" y="136270"/>
                  </a:moveTo>
                  <a:lnTo>
                    <a:pt x="28913" y="136270"/>
                  </a:lnTo>
                  <a:lnTo>
                    <a:pt x="28913" y="177499"/>
                  </a:lnTo>
                  <a:lnTo>
                    <a:pt x="49662" y="177499"/>
                  </a:lnTo>
                  <a:lnTo>
                    <a:pt x="49662" y="136270"/>
                  </a:lnTo>
                  <a:close/>
                </a:path>
                <a:path w="1672590" h="282575">
                  <a:moveTo>
                    <a:pt x="188166" y="45244"/>
                  </a:moveTo>
                  <a:lnTo>
                    <a:pt x="95174" y="45244"/>
                  </a:lnTo>
                  <a:lnTo>
                    <a:pt x="104051" y="45587"/>
                  </a:lnTo>
                  <a:lnTo>
                    <a:pt x="112074" y="46617"/>
                  </a:lnTo>
                  <a:lnTo>
                    <a:pt x="145615" y="71950"/>
                  </a:lnTo>
                  <a:lnTo>
                    <a:pt x="148853" y="91426"/>
                  </a:lnTo>
                  <a:lnTo>
                    <a:pt x="148853" y="101154"/>
                  </a:lnTo>
                  <a:lnTo>
                    <a:pt x="146934" y="109364"/>
                  </a:lnTo>
                  <a:lnTo>
                    <a:pt x="143097" y="116057"/>
                  </a:lnTo>
                  <a:lnTo>
                    <a:pt x="139349" y="122661"/>
                  </a:lnTo>
                  <a:lnTo>
                    <a:pt x="95442" y="136270"/>
                  </a:lnTo>
                  <a:lnTo>
                    <a:pt x="49662" y="136270"/>
                  </a:lnTo>
                  <a:lnTo>
                    <a:pt x="49662" y="177499"/>
                  </a:lnTo>
                  <a:lnTo>
                    <a:pt x="100197" y="177499"/>
                  </a:lnTo>
                  <a:lnTo>
                    <a:pt x="87411" y="153672"/>
                  </a:lnTo>
                  <a:lnTo>
                    <a:pt x="175052" y="153672"/>
                  </a:lnTo>
                  <a:lnTo>
                    <a:pt x="196641" y="116057"/>
                  </a:lnTo>
                  <a:lnTo>
                    <a:pt x="199452" y="91426"/>
                  </a:lnTo>
                  <a:lnTo>
                    <a:pt x="198758" y="78718"/>
                  </a:lnTo>
                  <a:lnTo>
                    <a:pt x="196674" y="66829"/>
                  </a:lnTo>
                  <a:lnTo>
                    <a:pt x="193202" y="55761"/>
                  </a:lnTo>
                  <a:lnTo>
                    <a:pt x="188377" y="45587"/>
                  </a:lnTo>
                  <a:lnTo>
                    <a:pt x="188166" y="45244"/>
                  </a:lnTo>
                  <a:close/>
                </a:path>
                <a:path w="1672590" h="282575">
                  <a:moveTo>
                    <a:pt x="150095" y="169177"/>
                  </a:moveTo>
                  <a:lnTo>
                    <a:pt x="143950" y="171626"/>
                  </a:lnTo>
                  <a:lnTo>
                    <a:pt x="131250" y="174889"/>
                  </a:lnTo>
                  <a:lnTo>
                    <a:pt x="117312" y="176846"/>
                  </a:lnTo>
                  <a:lnTo>
                    <a:pt x="102135" y="177499"/>
                  </a:lnTo>
                  <a:lnTo>
                    <a:pt x="154642" y="177499"/>
                  </a:lnTo>
                  <a:lnTo>
                    <a:pt x="150095" y="169177"/>
                  </a:lnTo>
                  <a:close/>
                </a:path>
                <a:path w="1672590" h="282575">
                  <a:moveTo>
                    <a:pt x="175052" y="153672"/>
                  </a:moveTo>
                  <a:lnTo>
                    <a:pt x="141624" y="153672"/>
                  </a:lnTo>
                  <a:lnTo>
                    <a:pt x="150095" y="169177"/>
                  </a:lnTo>
                  <a:lnTo>
                    <a:pt x="155412" y="167058"/>
                  </a:lnTo>
                  <a:lnTo>
                    <a:pt x="165594" y="161226"/>
                  </a:lnTo>
                  <a:lnTo>
                    <a:pt x="174454" y="154307"/>
                  </a:lnTo>
                  <a:lnTo>
                    <a:pt x="175052" y="153672"/>
                  </a:lnTo>
                  <a:close/>
                </a:path>
                <a:path w="1672590" h="282575">
                  <a:moveTo>
                    <a:pt x="360398" y="0"/>
                  </a:moveTo>
                  <a:lnTo>
                    <a:pt x="310602" y="9412"/>
                  </a:lnTo>
                  <a:lnTo>
                    <a:pt x="270444" y="37179"/>
                  </a:lnTo>
                  <a:lnTo>
                    <a:pt x="243697" y="81588"/>
                  </a:lnTo>
                  <a:lnTo>
                    <a:pt x="235464" y="119470"/>
                  </a:lnTo>
                  <a:lnTo>
                    <a:pt x="234435" y="140821"/>
                  </a:lnTo>
                  <a:lnTo>
                    <a:pt x="235473" y="162180"/>
                  </a:lnTo>
                  <a:lnTo>
                    <a:pt x="243751" y="200130"/>
                  </a:lnTo>
                  <a:lnTo>
                    <a:pt x="270551" y="244496"/>
                  </a:lnTo>
                  <a:lnTo>
                    <a:pt x="310602" y="272230"/>
                  </a:lnTo>
                  <a:lnTo>
                    <a:pt x="360398" y="281643"/>
                  </a:lnTo>
                  <a:lnTo>
                    <a:pt x="377926" y="280597"/>
                  </a:lnTo>
                  <a:lnTo>
                    <a:pt x="424785" y="264910"/>
                  </a:lnTo>
                  <a:lnTo>
                    <a:pt x="456296" y="237067"/>
                  </a:lnTo>
                  <a:lnTo>
                    <a:pt x="360398" y="237067"/>
                  </a:lnTo>
                  <a:lnTo>
                    <a:pt x="349547" y="236381"/>
                  </a:lnTo>
                  <a:lnTo>
                    <a:pt x="312802" y="219891"/>
                  </a:lnTo>
                  <a:lnTo>
                    <a:pt x="289787" y="182184"/>
                  </a:lnTo>
                  <a:lnTo>
                    <a:pt x="284365" y="140821"/>
                  </a:lnTo>
                  <a:lnTo>
                    <a:pt x="284968" y="125837"/>
                  </a:lnTo>
                  <a:lnTo>
                    <a:pt x="286775" y="112074"/>
                  </a:lnTo>
                  <a:lnTo>
                    <a:pt x="289740" y="99726"/>
                  </a:lnTo>
                  <a:lnTo>
                    <a:pt x="289787" y="99533"/>
                  </a:lnTo>
                  <a:lnTo>
                    <a:pt x="312802" y="61835"/>
                  </a:lnTo>
                  <a:lnTo>
                    <a:pt x="349547" y="45270"/>
                  </a:lnTo>
                  <a:lnTo>
                    <a:pt x="360398" y="44575"/>
                  </a:lnTo>
                  <a:lnTo>
                    <a:pt x="456250" y="44575"/>
                  </a:lnTo>
                  <a:lnTo>
                    <a:pt x="450286" y="37179"/>
                  </a:lnTo>
                  <a:lnTo>
                    <a:pt x="410119" y="9412"/>
                  </a:lnTo>
                  <a:lnTo>
                    <a:pt x="377926" y="1045"/>
                  </a:lnTo>
                  <a:lnTo>
                    <a:pt x="360398" y="0"/>
                  </a:lnTo>
                  <a:close/>
                </a:path>
                <a:path w="1672590" h="282575">
                  <a:moveTo>
                    <a:pt x="456250" y="44575"/>
                  </a:moveTo>
                  <a:lnTo>
                    <a:pt x="360398" y="44575"/>
                  </a:lnTo>
                  <a:lnTo>
                    <a:pt x="371249" y="45270"/>
                  </a:lnTo>
                  <a:lnTo>
                    <a:pt x="381448" y="47353"/>
                  </a:lnTo>
                  <a:lnTo>
                    <a:pt x="415147" y="69306"/>
                  </a:lnTo>
                  <a:lnTo>
                    <a:pt x="433988" y="112074"/>
                  </a:lnTo>
                  <a:lnTo>
                    <a:pt x="436431" y="140821"/>
                  </a:lnTo>
                  <a:lnTo>
                    <a:pt x="435820" y="155813"/>
                  </a:lnTo>
                  <a:lnTo>
                    <a:pt x="426659" y="193562"/>
                  </a:lnTo>
                  <a:lnTo>
                    <a:pt x="399887" y="226090"/>
                  </a:lnTo>
                  <a:lnTo>
                    <a:pt x="360398" y="237067"/>
                  </a:lnTo>
                  <a:lnTo>
                    <a:pt x="456296" y="237067"/>
                  </a:lnTo>
                  <a:lnTo>
                    <a:pt x="460777" y="231528"/>
                  </a:lnTo>
                  <a:lnTo>
                    <a:pt x="469762" y="216720"/>
                  </a:lnTo>
                  <a:lnTo>
                    <a:pt x="477024" y="200130"/>
                  </a:lnTo>
                  <a:lnTo>
                    <a:pt x="482145" y="182184"/>
                  </a:lnTo>
                  <a:lnTo>
                    <a:pt x="482211" y="181950"/>
                  </a:lnTo>
                  <a:lnTo>
                    <a:pt x="485324" y="162180"/>
                  </a:lnTo>
                  <a:lnTo>
                    <a:pt x="486361" y="140821"/>
                  </a:lnTo>
                  <a:lnTo>
                    <a:pt x="485324" y="119470"/>
                  </a:lnTo>
                  <a:lnTo>
                    <a:pt x="482211" y="99726"/>
                  </a:lnTo>
                  <a:lnTo>
                    <a:pt x="477024" y="81588"/>
                  </a:lnTo>
                  <a:lnTo>
                    <a:pt x="469762" y="65056"/>
                  </a:lnTo>
                  <a:lnTo>
                    <a:pt x="460777" y="50189"/>
                  </a:lnTo>
                  <a:lnTo>
                    <a:pt x="456250" y="44575"/>
                  </a:lnTo>
                  <a:close/>
                </a:path>
                <a:path w="1672590" h="282575">
                  <a:moveTo>
                    <a:pt x="648144" y="0"/>
                  </a:moveTo>
                  <a:lnTo>
                    <a:pt x="598548" y="9412"/>
                  </a:lnTo>
                  <a:lnTo>
                    <a:pt x="558491" y="37179"/>
                  </a:lnTo>
                  <a:lnTo>
                    <a:pt x="531844" y="81588"/>
                  </a:lnTo>
                  <a:lnTo>
                    <a:pt x="523612" y="119470"/>
                  </a:lnTo>
                  <a:lnTo>
                    <a:pt x="522582" y="140821"/>
                  </a:lnTo>
                  <a:lnTo>
                    <a:pt x="523603" y="162122"/>
                  </a:lnTo>
                  <a:lnTo>
                    <a:pt x="531769" y="200004"/>
                  </a:lnTo>
                  <a:lnTo>
                    <a:pt x="558256" y="244463"/>
                  </a:lnTo>
                  <a:lnTo>
                    <a:pt x="598297" y="272230"/>
                  </a:lnTo>
                  <a:lnTo>
                    <a:pt x="614293" y="277577"/>
                  </a:lnTo>
                  <a:lnTo>
                    <a:pt x="614563" y="277577"/>
                  </a:lnTo>
                  <a:lnTo>
                    <a:pt x="630558" y="280597"/>
                  </a:lnTo>
                  <a:lnTo>
                    <a:pt x="648144" y="281643"/>
                  </a:lnTo>
                  <a:lnTo>
                    <a:pt x="660116" y="281191"/>
                  </a:lnTo>
                  <a:lnTo>
                    <a:pt x="671536" y="279835"/>
                  </a:lnTo>
                  <a:lnTo>
                    <a:pt x="711527" y="265646"/>
                  </a:lnTo>
                  <a:lnTo>
                    <a:pt x="741344" y="239945"/>
                  </a:lnTo>
                  <a:lnTo>
                    <a:pt x="743443" y="237067"/>
                  </a:lnTo>
                  <a:lnTo>
                    <a:pt x="648813" y="237067"/>
                  </a:lnTo>
                  <a:lnTo>
                    <a:pt x="638012" y="236389"/>
                  </a:lnTo>
                  <a:lnTo>
                    <a:pt x="601209" y="220083"/>
                  </a:lnTo>
                  <a:lnTo>
                    <a:pt x="578009" y="182435"/>
                  </a:lnTo>
                  <a:lnTo>
                    <a:pt x="572513" y="140821"/>
                  </a:lnTo>
                  <a:lnTo>
                    <a:pt x="573123" y="125954"/>
                  </a:lnTo>
                  <a:lnTo>
                    <a:pt x="582284" y="88481"/>
                  </a:lnTo>
                  <a:lnTo>
                    <a:pt x="609324" y="55819"/>
                  </a:lnTo>
                  <a:lnTo>
                    <a:pt x="648947" y="44575"/>
                  </a:lnTo>
                  <a:lnTo>
                    <a:pt x="744004" y="44575"/>
                  </a:lnTo>
                  <a:lnTo>
                    <a:pt x="739805" y="39020"/>
                  </a:lnTo>
                  <a:lnTo>
                    <a:pt x="709318" y="14356"/>
                  </a:lnTo>
                  <a:lnTo>
                    <a:pt x="670231" y="1606"/>
                  </a:lnTo>
                  <a:lnTo>
                    <a:pt x="659388" y="401"/>
                  </a:lnTo>
                  <a:lnTo>
                    <a:pt x="648144" y="0"/>
                  </a:lnTo>
                  <a:close/>
                </a:path>
                <a:path w="1672590" h="282575">
                  <a:moveTo>
                    <a:pt x="714137" y="186869"/>
                  </a:moveTo>
                  <a:lnTo>
                    <a:pt x="712620" y="194901"/>
                  </a:lnTo>
                  <a:lnTo>
                    <a:pt x="709854" y="202040"/>
                  </a:lnTo>
                  <a:lnTo>
                    <a:pt x="705838" y="208287"/>
                  </a:lnTo>
                  <a:lnTo>
                    <a:pt x="701911" y="214534"/>
                  </a:lnTo>
                  <a:lnTo>
                    <a:pt x="697048" y="219799"/>
                  </a:lnTo>
                  <a:lnTo>
                    <a:pt x="691247" y="224082"/>
                  </a:lnTo>
                  <a:lnTo>
                    <a:pt x="685536" y="228366"/>
                  </a:lnTo>
                  <a:lnTo>
                    <a:pt x="679066" y="231623"/>
                  </a:lnTo>
                  <a:lnTo>
                    <a:pt x="664698" y="235996"/>
                  </a:lnTo>
                  <a:lnTo>
                    <a:pt x="657023" y="237067"/>
                  </a:lnTo>
                  <a:lnTo>
                    <a:pt x="743443" y="237067"/>
                  </a:lnTo>
                  <a:lnTo>
                    <a:pt x="762386" y="196758"/>
                  </a:lnTo>
                  <a:lnTo>
                    <a:pt x="764201" y="187137"/>
                  </a:lnTo>
                  <a:lnTo>
                    <a:pt x="714137" y="186869"/>
                  </a:lnTo>
                  <a:close/>
                </a:path>
                <a:path w="1672590" h="282575">
                  <a:moveTo>
                    <a:pt x="744004" y="44575"/>
                  </a:moveTo>
                  <a:lnTo>
                    <a:pt x="657336" y="44575"/>
                  </a:lnTo>
                  <a:lnTo>
                    <a:pt x="665144" y="45735"/>
                  </a:lnTo>
                  <a:lnTo>
                    <a:pt x="672373" y="48056"/>
                  </a:lnTo>
                  <a:lnTo>
                    <a:pt x="706239" y="74426"/>
                  </a:lnTo>
                  <a:lnTo>
                    <a:pt x="710077" y="80762"/>
                  </a:lnTo>
                  <a:lnTo>
                    <a:pt x="712709" y="88035"/>
                  </a:lnTo>
                  <a:lnTo>
                    <a:pt x="714137" y="96245"/>
                  </a:lnTo>
                  <a:lnTo>
                    <a:pt x="764201" y="96245"/>
                  </a:lnTo>
                  <a:lnTo>
                    <a:pt x="762227" y="85118"/>
                  </a:lnTo>
                  <a:lnTo>
                    <a:pt x="759382" y="74627"/>
                  </a:lnTo>
                  <a:lnTo>
                    <a:pt x="755775" y="65056"/>
                  </a:lnTo>
                  <a:lnTo>
                    <a:pt x="755668" y="64771"/>
                  </a:lnTo>
                  <a:lnTo>
                    <a:pt x="751083" y="55552"/>
                  </a:lnTo>
                  <a:lnTo>
                    <a:pt x="745787" y="46934"/>
                  </a:lnTo>
                  <a:lnTo>
                    <a:pt x="744004" y="44575"/>
                  </a:lnTo>
                  <a:close/>
                </a:path>
                <a:path w="1672590" h="282575">
                  <a:moveTo>
                    <a:pt x="1035661" y="3748"/>
                  </a:moveTo>
                  <a:lnTo>
                    <a:pt x="974353" y="3748"/>
                  </a:lnTo>
                  <a:lnTo>
                    <a:pt x="877840" y="277894"/>
                  </a:lnTo>
                  <a:lnTo>
                    <a:pt x="930848" y="277894"/>
                  </a:lnTo>
                  <a:lnTo>
                    <a:pt x="953520" y="210295"/>
                  </a:lnTo>
                  <a:lnTo>
                    <a:pt x="932589" y="210295"/>
                  </a:lnTo>
                  <a:lnTo>
                    <a:pt x="932589" y="170404"/>
                  </a:lnTo>
                  <a:lnTo>
                    <a:pt x="966899" y="170404"/>
                  </a:lnTo>
                  <a:lnTo>
                    <a:pt x="1003936" y="59969"/>
                  </a:lnTo>
                  <a:lnTo>
                    <a:pt x="1055482" y="59969"/>
                  </a:lnTo>
                  <a:lnTo>
                    <a:pt x="1035661" y="3748"/>
                  </a:lnTo>
                  <a:close/>
                </a:path>
                <a:path w="1672590" h="282575">
                  <a:moveTo>
                    <a:pt x="1055482" y="59969"/>
                  </a:moveTo>
                  <a:lnTo>
                    <a:pt x="1006078" y="59969"/>
                  </a:lnTo>
                  <a:lnTo>
                    <a:pt x="1079300" y="277894"/>
                  </a:lnTo>
                  <a:lnTo>
                    <a:pt x="1132309" y="277894"/>
                  </a:lnTo>
                  <a:lnTo>
                    <a:pt x="1108477" y="210295"/>
                  </a:lnTo>
                  <a:lnTo>
                    <a:pt x="1077158" y="210295"/>
                  </a:lnTo>
                  <a:lnTo>
                    <a:pt x="1077158" y="170404"/>
                  </a:lnTo>
                  <a:lnTo>
                    <a:pt x="1094414" y="170404"/>
                  </a:lnTo>
                  <a:lnTo>
                    <a:pt x="1055482" y="59969"/>
                  </a:lnTo>
                  <a:close/>
                </a:path>
                <a:path w="1672590" h="282575">
                  <a:moveTo>
                    <a:pt x="966899" y="170404"/>
                  </a:moveTo>
                  <a:lnTo>
                    <a:pt x="932589" y="170404"/>
                  </a:lnTo>
                  <a:lnTo>
                    <a:pt x="932589" y="210295"/>
                  </a:lnTo>
                  <a:lnTo>
                    <a:pt x="953520" y="210295"/>
                  </a:lnTo>
                  <a:lnTo>
                    <a:pt x="966899" y="170404"/>
                  </a:lnTo>
                  <a:close/>
                </a:path>
                <a:path w="1672590" h="282575">
                  <a:moveTo>
                    <a:pt x="1043184" y="170404"/>
                  </a:moveTo>
                  <a:lnTo>
                    <a:pt x="966899" y="170404"/>
                  </a:lnTo>
                  <a:lnTo>
                    <a:pt x="953520" y="210295"/>
                  </a:lnTo>
                  <a:lnTo>
                    <a:pt x="1056587" y="210295"/>
                  </a:lnTo>
                  <a:lnTo>
                    <a:pt x="1043184" y="170404"/>
                  </a:lnTo>
                  <a:close/>
                </a:path>
                <a:path w="1672590" h="282575">
                  <a:moveTo>
                    <a:pt x="1094414" y="170404"/>
                  </a:moveTo>
                  <a:lnTo>
                    <a:pt x="1077158" y="170404"/>
                  </a:lnTo>
                  <a:lnTo>
                    <a:pt x="1077158" y="210295"/>
                  </a:lnTo>
                  <a:lnTo>
                    <a:pt x="1108477" y="210295"/>
                  </a:lnTo>
                  <a:lnTo>
                    <a:pt x="1094414" y="170404"/>
                  </a:lnTo>
                  <a:close/>
                </a:path>
                <a:path w="1672590" h="282575">
                  <a:moveTo>
                    <a:pt x="1214311" y="3748"/>
                  </a:moveTo>
                  <a:lnTo>
                    <a:pt x="1164648" y="3748"/>
                  </a:lnTo>
                  <a:lnTo>
                    <a:pt x="1164648" y="182853"/>
                  </a:lnTo>
                  <a:lnTo>
                    <a:pt x="1172404" y="223037"/>
                  </a:lnTo>
                  <a:lnTo>
                    <a:pt x="1195035" y="254569"/>
                  </a:lnTo>
                  <a:lnTo>
                    <a:pt x="1230307" y="275042"/>
                  </a:lnTo>
                  <a:lnTo>
                    <a:pt x="1275886" y="282044"/>
                  </a:lnTo>
                  <a:lnTo>
                    <a:pt x="1292092" y="281266"/>
                  </a:lnTo>
                  <a:lnTo>
                    <a:pt x="1334384" y="269595"/>
                  </a:lnTo>
                  <a:lnTo>
                    <a:pt x="1365607" y="245224"/>
                  </a:lnTo>
                  <a:lnTo>
                    <a:pt x="1370990" y="237736"/>
                  </a:lnTo>
                  <a:lnTo>
                    <a:pt x="1275886" y="237736"/>
                  </a:lnTo>
                  <a:lnTo>
                    <a:pt x="1266767" y="237268"/>
                  </a:lnTo>
                  <a:lnTo>
                    <a:pt x="1230976" y="221171"/>
                  </a:lnTo>
                  <a:lnTo>
                    <a:pt x="1214311" y="178704"/>
                  </a:lnTo>
                  <a:lnTo>
                    <a:pt x="1214311" y="3748"/>
                  </a:lnTo>
                  <a:close/>
                </a:path>
                <a:path w="1672590" h="282575">
                  <a:moveTo>
                    <a:pt x="1387125" y="3748"/>
                  </a:moveTo>
                  <a:lnTo>
                    <a:pt x="1337463" y="3748"/>
                  </a:lnTo>
                  <a:lnTo>
                    <a:pt x="1337463" y="178704"/>
                  </a:lnTo>
                  <a:lnTo>
                    <a:pt x="1336994" y="187036"/>
                  </a:lnTo>
                  <a:lnTo>
                    <a:pt x="1315108" y="226065"/>
                  </a:lnTo>
                  <a:lnTo>
                    <a:pt x="1275886" y="237736"/>
                  </a:lnTo>
                  <a:lnTo>
                    <a:pt x="1370990" y="237736"/>
                  </a:lnTo>
                  <a:lnTo>
                    <a:pt x="1386255" y="197135"/>
                  </a:lnTo>
                  <a:lnTo>
                    <a:pt x="1387125" y="182853"/>
                  </a:lnTo>
                  <a:lnTo>
                    <a:pt x="1387125" y="3748"/>
                  </a:lnTo>
                  <a:close/>
                </a:path>
                <a:path w="1672590" h="282575">
                  <a:moveTo>
                    <a:pt x="1555935" y="0"/>
                  </a:moveTo>
                  <a:lnTo>
                    <a:pt x="1506340" y="9412"/>
                  </a:lnTo>
                  <a:lnTo>
                    <a:pt x="1466282" y="37179"/>
                  </a:lnTo>
                  <a:lnTo>
                    <a:pt x="1439635" y="81588"/>
                  </a:lnTo>
                  <a:lnTo>
                    <a:pt x="1431403" y="119470"/>
                  </a:lnTo>
                  <a:lnTo>
                    <a:pt x="1430374" y="140821"/>
                  </a:lnTo>
                  <a:lnTo>
                    <a:pt x="1431395" y="162122"/>
                  </a:lnTo>
                  <a:lnTo>
                    <a:pt x="1439560" y="200004"/>
                  </a:lnTo>
                  <a:lnTo>
                    <a:pt x="1466048" y="244463"/>
                  </a:lnTo>
                  <a:lnTo>
                    <a:pt x="1506089" y="272230"/>
                  </a:lnTo>
                  <a:lnTo>
                    <a:pt x="1522084" y="277577"/>
                  </a:lnTo>
                  <a:lnTo>
                    <a:pt x="1522354" y="277577"/>
                  </a:lnTo>
                  <a:lnTo>
                    <a:pt x="1538349" y="280597"/>
                  </a:lnTo>
                  <a:lnTo>
                    <a:pt x="1555935" y="281643"/>
                  </a:lnTo>
                  <a:lnTo>
                    <a:pt x="1567907" y="281191"/>
                  </a:lnTo>
                  <a:lnTo>
                    <a:pt x="1579327" y="279835"/>
                  </a:lnTo>
                  <a:lnTo>
                    <a:pt x="1619318" y="265646"/>
                  </a:lnTo>
                  <a:lnTo>
                    <a:pt x="1649136" y="239945"/>
                  </a:lnTo>
                  <a:lnTo>
                    <a:pt x="1651234" y="237067"/>
                  </a:lnTo>
                  <a:lnTo>
                    <a:pt x="1556605" y="237067"/>
                  </a:lnTo>
                  <a:lnTo>
                    <a:pt x="1545804" y="236389"/>
                  </a:lnTo>
                  <a:lnTo>
                    <a:pt x="1509000" y="220083"/>
                  </a:lnTo>
                  <a:lnTo>
                    <a:pt x="1485801" y="182435"/>
                  </a:lnTo>
                  <a:lnTo>
                    <a:pt x="1480304" y="140821"/>
                  </a:lnTo>
                  <a:lnTo>
                    <a:pt x="1480915" y="125954"/>
                  </a:lnTo>
                  <a:lnTo>
                    <a:pt x="1490076" y="88481"/>
                  </a:lnTo>
                  <a:lnTo>
                    <a:pt x="1517116" y="55819"/>
                  </a:lnTo>
                  <a:lnTo>
                    <a:pt x="1556738" y="44575"/>
                  </a:lnTo>
                  <a:lnTo>
                    <a:pt x="1651795" y="44575"/>
                  </a:lnTo>
                  <a:lnTo>
                    <a:pt x="1647596" y="39020"/>
                  </a:lnTo>
                  <a:lnTo>
                    <a:pt x="1617110" y="14356"/>
                  </a:lnTo>
                  <a:lnTo>
                    <a:pt x="1578022" y="1606"/>
                  </a:lnTo>
                  <a:lnTo>
                    <a:pt x="1567180" y="401"/>
                  </a:lnTo>
                  <a:lnTo>
                    <a:pt x="1555935" y="0"/>
                  </a:lnTo>
                  <a:close/>
                </a:path>
                <a:path w="1672590" h="282575">
                  <a:moveTo>
                    <a:pt x="1621929" y="186869"/>
                  </a:moveTo>
                  <a:lnTo>
                    <a:pt x="1620412" y="194901"/>
                  </a:lnTo>
                  <a:lnTo>
                    <a:pt x="1617645" y="202040"/>
                  </a:lnTo>
                  <a:lnTo>
                    <a:pt x="1613629" y="208287"/>
                  </a:lnTo>
                  <a:lnTo>
                    <a:pt x="1609703" y="214534"/>
                  </a:lnTo>
                  <a:lnTo>
                    <a:pt x="1604839" y="219799"/>
                  </a:lnTo>
                  <a:lnTo>
                    <a:pt x="1599038" y="224082"/>
                  </a:lnTo>
                  <a:lnTo>
                    <a:pt x="1593327" y="228366"/>
                  </a:lnTo>
                  <a:lnTo>
                    <a:pt x="1586857" y="231623"/>
                  </a:lnTo>
                  <a:lnTo>
                    <a:pt x="1572489" y="235996"/>
                  </a:lnTo>
                  <a:lnTo>
                    <a:pt x="1564815" y="237067"/>
                  </a:lnTo>
                  <a:lnTo>
                    <a:pt x="1651234" y="237067"/>
                  </a:lnTo>
                  <a:lnTo>
                    <a:pt x="1670177" y="196758"/>
                  </a:lnTo>
                  <a:lnTo>
                    <a:pt x="1671993" y="187137"/>
                  </a:lnTo>
                  <a:lnTo>
                    <a:pt x="1621929" y="186869"/>
                  </a:lnTo>
                  <a:close/>
                </a:path>
                <a:path w="1672590" h="282575">
                  <a:moveTo>
                    <a:pt x="1651795" y="44575"/>
                  </a:moveTo>
                  <a:lnTo>
                    <a:pt x="1565127" y="44575"/>
                  </a:lnTo>
                  <a:lnTo>
                    <a:pt x="1572936" y="45735"/>
                  </a:lnTo>
                  <a:lnTo>
                    <a:pt x="1580164" y="48056"/>
                  </a:lnTo>
                  <a:lnTo>
                    <a:pt x="1614031" y="74426"/>
                  </a:lnTo>
                  <a:lnTo>
                    <a:pt x="1617868" y="80762"/>
                  </a:lnTo>
                  <a:lnTo>
                    <a:pt x="1620501" y="88035"/>
                  </a:lnTo>
                  <a:lnTo>
                    <a:pt x="1621929" y="96245"/>
                  </a:lnTo>
                  <a:lnTo>
                    <a:pt x="1671993" y="96245"/>
                  </a:lnTo>
                  <a:lnTo>
                    <a:pt x="1658874" y="55552"/>
                  </a:lnTo>
                  <a:lnTo>
                    <a:pt x="1653578" y="46934"/>
                  </a:lnTo>
                  <a:lnTo>
                    <a:pt x="1651795" y="44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0052050" y="4448031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4">
                  <a:moveTo>
                    <a:pt x="312032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3120323" y="887931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D53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052037" y="4448041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4">
                  <a:moveTo>
                    <a:pt x="3120326" y="0"/>
                  </a:moveTo>
                  <a:lnTo>
                    <a:pt x="3109861" y="0"/>
                  </a:lnTo>
                  <a:lnTo>
                    <a:pt x="3109861" y="877455"/>
                  </a:lnTo>
                  <a:lnTo>
                    <a:pt x="10477" y="877455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887933"/>
                  </a:lnTo>
                  <a:lnTo>
                    <a:pt x="10477" y="887933"/>
                  </a:lnTo>
                  <a:lnTo>
                    <a:pt x="3109861" y="887933"/>
                  </a:lnTo>
                  <a:lnTo>
                    <a:pt x="3120326" y="887933"/>
                  </a:lnTo>
                  <a:lnTo>
                    <a:pt x="3120326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288507" y="4715589"/>
              <a:ext cx="2138847" cy="36450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3172374" y="4448031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4">
                  <a:moveTo>
                    <a:pt x="2125589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25589" y="887931"/>
                  </a:lnTo>
                  <a:lnTo>
                    <a:pt x="2125589" y="0"/>
                  </a:lnTo>
                  <a:close/>
                </a:path>
              </a:pathLst>
            </a:custGeom>
            <a:solidFill>
              <a:srgbClr val="D53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172364" y="4448041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4">
                  <a:moveTo>
                    <a:pt x="2125599" y="0"/>
                  </a:moveTo>
                  <a:lnTo>
                    <a:pt x="2115121" y="0"/>
                  </a:lnTo>
                  <a:lnTo>
                    <a:pt x="2115121" y="877455"/>
                  </a:lnTo>
                  <a:lnTo>
                    <a:pt x="0" y="877455"/>
                  </a:lnTo>
                  <a:lnTo>
                    <a:pt x="0" y="887933"/>
                  </a:lnTo>
                  <a:lnTo>
                    <a:pt x="2115121" y="887933"/>
                  </a:lnTo>
                  <a:lnTo>
                    <a:pt x="2125599" y="887933"/>
                  </a:lnTo>
                  <a:lnTo>
                    <a:pt x="212559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3401870" y="4725093"/>
              <a:ext cx="981710" cy="283210"/>
            </a:xfrm>
            <a:custGeom>
              <a:avLst/>
              <a:gdLst/>
              <a:ahLst/>
              <a:cxnLst/>
              <a:rect l="l" t="t" r="r" b="b"/>
              <a:pathLst>
                <a:path w="981709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81709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81709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81709" h="283210">
                  <a:moveTo>
                    <a:pt x="516023" y="3748"/>
                  </a:moveTo>
                  <a:lnTo>
                    <a:pt x="329288" y="3748"/>
                  </a:lnTo>
                  <a:lnTo>
                    <a:pt x="329288" y="45244"/>
                  </a:lnTo>
                  <a:lnTo>
                    <a:pt x="464621" y="45244"/>
                  </a:lnTo>
                  <a:lnTo>
                    <a:pt x="464621" y="47118"/>
                  </a:lnTo>
                  <a:lnTo>
                    <a:pt x="348028" y="277894"/>
                  </a:lnTo>
                  <a:lnTo>
                    <a:pt x="399564" y="277894"/>
                  </a:lnTo>
                  <a:lnTo>
                    <a:pt x="516023" y="46181"/>
                  </a:lnTo>
                  <a:lnTo>
                    <a:pt x="516023" y="3748"/>
                  </a:lnTo>
                  <a:close/>
                </a:path>
                <a:path w="981709" h="283210">
                  <a:moveTo>
                    <a:pt x="740854" y="3748"/>
                  </a:moveTo>
                  <a:lnTo>
                    <a:pt x="554119" y="3748"/>
                  </a:lnTo>
                  <a:lnTo>
                    <a:pt x="554119" y="45244"/>
                  </a:lnTo>
                  <a:lnTo>
                    <a:pt x="689452" y="45244"/>
                  </a:lnTo>
                  <a:lnTo>
                    <a:pt x="689452" y="47118"/>
                  </a:lnTo>
                  <a:lnTo>
                    <a:pt x="572859" y="277894"/>
                  </a:lnTo>
                  <a:lnTo>
                    <a:pt x="624396" y="277894"/>
                  </a:lnTo>
                  <a:lnTo>
                    <a:pt x="740854" y="46181"/>
                  </a:lnTo>
                  <a:lnTo>
                    <a:pt x="740854" y="3748"/>
                  </a:lnTo>
                  <a:close/>
                </a:path>
                <a:path w="981709" h="283210">
                  <a:moveTo>
                    <a:pt x="875731" y="0"/>
                  </a:moveTo>
                  <a:lnTo>
                    <a:pt x="831532" y="9336"/>
                  </a:lnTo>
                  <a:lnTo>
                    <a:pt x="798259" y="36945"/>
                  </a:lnTo>
                  <a:lnTo>
                    <a:pt x="777308" y="81404"/>
                  </a:lnTo>
                  <a:lnTo>
                    <a:pt x="770958" y="119554"/>
                  </a:lnTo>
                  <a:lnTo>
                    <a:pt x="770115" y="141089"/>
                  </a:lnTo>
                  <a:lnTo>
                    <a:pt x="770908" y="162757"/>
                  </a:lnTo>
                  <a:lnTo>
                    <a:pt x="777234" y="201175"/>
                  </a:lnTo>
                  <a:lnTo>
                    <a:pt x="798213" y="245902"/>
                  </a:lnTo>
                  <a:lnTo>
                    <a:pt x="831407" y="273703"/>
                  </a:lnTo>
                  <a:lnTo>
                    <a:pt x="875731" y="283115"/>
                  </a:lnTo>
                  <a:lnTo>
                    <a:pt x="891669" y="282069"/>
                  </a:lnTo>
                  <a:lnTo>
                    <a:pt x="932354" y="266382"/>
                  </a:lnTo>
                  <a:lnTo>
                    <a:pt x="956276" y="241217"/>
                  </a:lnTo>
                  <a:lnTo>
                    <a:pt x="875731" y="241217"/>
                  </a:lnTo>
                  <a:lnTo>
                    <a:pt x="867457" y="240514"/>
                  </a:lnTo>
                  <a:lnTo>
                    <a:pt x="835149" y="215917"/>
                  </a:lnTo>
                  <a:lnTo>
                    <a:pt x="821886" y="171274"/>
                  </a:lnTo>
                  <a:lnTo>
                    <a:pt x="820313" y="141089"/>
                  </a:lnTo>
                  <a:lnTo>
                    <a:pt x="821237" y="119554"/>
                  </a:lnTo>
                  <a:lnTo>
                    <a:pt x="821300" y="118073"/>
                  </a:lnTo>
                  <a:lnTo>
                    <a:pt x="835305" y="66796"/>
                  </a:lnTo>
                  <a:lnTo>
                    <a:pt x="875731" y="41362"/>
                  </a:lnTo>
                  <a:lnTo>
                    <a:pt x="956119" y="41362"/>
                  </a:lnTo>
                  <a:lnTo>
                    <a:pt x="953270" y="36945"/>
                  </a:lnTo>
                  <a:lnTo>
                    <a:pt x="919930" y="9336"/>
                  </a:lnTo>
                  <a:lnTo>
                    <a:pt x="891619" y="1037"/>
                  </a:lnTo>
                  <a:lnTo>
                    <a:pt x="875731" y="0"/>
                  </a:lnTo>
                  <a:close/>
                </a:path>
                <a:path w="981709" h="283210">
                  <a:moveTo>
                    <a:pt x="956119" y="41362"/>
                  </a:moveTo>
                  <a:lnTo>
                    <a:pt x="875731" y="41362"/>
                  </a:lnTo>
                  <a:lnTo>
                    <a:pt x="883947" y="42074"/>
                  </a:lnTo>
                  <a:lnTo>
                    <a:pt x="891594" y="44207"/>
                  </a:lnTo>
                  <a:lnTo>
                    <a:pt x="920692" y="75781"/>
                  </a:lnTo>
                  <a:lnTo>
                    <a:pt x="930857" y="125410"/>
                  </a:lnTo>
                  <a:lnTo>
                    <a:pt x="931283" y="141089"/>
                  </a:lnTo>
                  <a:lnTo>
                    <a:pt x="930408" y="162757"/>
                  </a:lnTo>
                  <a:lnTo>
                    <a:pt x="930346" y="164288"/>
                  </a:lnTo>
                  <a:lnTo>
                    <a:pt x="922850" y="201703"/>
                  </a:lnTo>
                  <a:lnTo>
                    <a:pt x="898722" y="234892"/>
                  </a:lnTo>
                  <a:lnTo>
                    <a:pt x="875731" y="241217"/>
                  </a:lnTo>
                  <a:lnTo>
                    <a:pt x="956276" y="241217"/>
                  </a:lnTo>
                  <a:lnTo>
                    <a:pt x="974194" y="201175"/>
                  </a:lnTo>
                  <a:lnTo>
                    <a:pt x="980553" y="162757"/>
                  </a:lnTo>
                  <a:lnTo>
                    <a:pt x="981347" y="141089"/>
                  </a:lnTo>
                  <a:lnTo>
                    <a:pt x="980553" y="119554"/>
                  </a:lnTo>
                  <a:lnTo>
                    <a:pt x="978168" y="99659"/>
                  </a:lnTo>
                  <a:lnTo>
                    <a:pt x="974194" y="81404"/>
                  </a:lnTo>
                  <a:lnTo>
                    <a:pt x="968631" y="64788"/>
                  </a:lnTo>
                  <a:lnTo>
                    <a:pt x="961645" y="49930"/>
                  </a:lnTo>
                  <a:lnTo>
                    <a:pt x="956119" y="413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297963" y="4448031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4">
                  <a:moveTo>
                    <a:pt x="145545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1455453" y="887931"/>
                  </a:lnTo>
                  <a:lnTo>
                    <a:pt x="1455453" y="0"/>
                  </a:lnTo>
                  <a:close/>
                </a:path>
              </a:pathLst>
            </a:custGeom>
            <a:solidFill>
              <a:srgbClr val="D53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5297963" y="4448041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4">
                  <a:moveTo>
                    <a:pt x="1455445" y="0"/>
                  </a:moveTo>
                  <a:lnTo>
                    <a:pt x="1444980" y="0"/>
                  </a:lnTo>
                  <a:lnTo>
                    <a:pt x="1444980" y="877455"/>
                  </a:lnTo>
                  <a:lnTo>
                    <a:pt x="0" y="877455"/>
                  </a:lnTo>
                  <a:lnTo>
                    <a:pt x="0" y="887933"/>
                  </a:lnTo>
                  <a:lnTo>
                    <a:pt x="1444980" y="887933"/>
                  </a:lnTo>
                  <a:lnTo>
                    <a:pt x="1455445" y="887933"/>
                  </a:lnTo>
                  <a:lnTo>
                    <a:pt x="1455445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527460" y="4725093"/>
              <a:ext cx="995044" cy="283210"/>
            </a:xfrm>
            <a:custGeom>
              <a:avLst/>
              <a:gdLst/>
              <a:ahLst/>
              <a:cxnLst/>
              <a:rect l="l" t="t" r="r" b="b"/>
              <a:pathLst>
                <a:path w="995044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95044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95044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95044" h="283210">
                  <a:moveTo>
                    <a:pt x="433967" y="0"/>
                  </a:moveTo>
                  <a:lnTo>
                    <a:pt x="386580" y="9637"/>
                  </a:lnTo>
                  <a:lnTo>
                    <a:pt x="353918" y="35740"/>
                  </a:lnTo>
                  <a:lnTo>
                    <a:pt x="342138" y="73489"/>
                  </a:lnTo>
                  <a:lnTo>
                    <a:pt x="342891" y="84273"/>
                  </a:lnTo>
                  <a:lnTo>
                    <a:pt x="362050" y="120382"/>
                  </a:lnTo>
                  <a:lnTo>
                    <a:pt x="389257" y="134262"/>
                  </a:lnTo>
                  <a:lnTo>
                    <a:pt x="389257" y="136136"/>
                  </a:lnTo>
                  <a:lnTo>
                    <a:pt x="353918" y="153705"/>
                  </a:lnTo>
                  <a:lnTo>
                    <a:pt x="333772" y="187840"/>
                  </a:lnTo>
                  <a:lnTo>
                    <a:pt x="331965" y="204405"/>
                  </a:lnTo>
                  <a:lnTo>
                    <a:pt x="332718" y="215222"/>
                  </a:lnTo>
                  <a:lnTo>
                    <a:pt x="351994" y="252402"/>
                  </a:lnTo>
                  <a:lnTo>
                    <a:pt x="392955" y="275995"/>
                  </a:lnTo>
                  <a:lnTo>
                    <a:pt x="433967" y="281643"/>
                  </a:lnTo>
                  <a:lnTo>
                    <a:pt x="448399" y="281015"/>
                  </a:lnTo>
                  <a:lnTo>
                    <a:pt x="486574" y="271603"/>
                  </a:lnTo>
                  <a:lnTo>
                    <a:pt x="522716" y="244162"/>
                  </a:lnTo>
                  <a:lnTo>
                    <a:pt x="523225" y="243358"/>
                  </a:lnTo>
                  <a:lnTo>
                    <a:pt x="433967" y="243358"/>
                  </a:lnTo>
                  <a:lnTo>
                    <a:pt x="426642" y="243032"/>
                  </a:lnTo>
                  <a:lnTo>
                    <a:pt x="426512" y="243032"/>
                  </a:lnTo>
                  <a:lnTo>
                    <a:pt x="419676" y="242053"/>
                  </a:lnTo>
                  <a:lnTo>
                    <a:pt x="385063" y="216720"/>
                  </a:lnTo>
                  <a:lnTo>
                    <a:pt x="383010" y="209313"/>
                  </a:lnTo>
                  <a:lnTo>
                    <a:pt x="383010" y="192179"/>
                  </a:lnTo>
                  <a:lnTo>
                    <a:pt x="407730" y="161837"/>
                  </a:lnTo>
                  <a:lnTo>
                    <a:pt x="413430" y="159428"/>
                  </a:lnTo>
                  <a:lnTo>
                    <a:pt x="413302" y="159428"/>
                  </a:lnTo>
                  <a:lnTo>
                    <a:pt x="420045" y="157520"/>
                  </a:lnTo>
                  <a:lnTo>
                    <a:pt x="426805" y="156441"/>
                  </a:lnTo>
                  <a:lnTo>
                    <a:pt x="433967" y="156081"/>
                  </a:lnTo>
                  <a:lnTo>
                    <a:pt x="515893" y="156081"/>
                  </a:lnTo>
                  <a:lnTo>
                    <a:pt x="513614" y="153705"/>
                  </a:lnTo>
                  <a:lnTo>
                    <a:pt x="478542" y="136136"/>
                  </a:lnTo>
                  <a:lnTo>
                    <a:pt x="478542" y="134262"/>
                  </a:lnTo>
                  <a:lnTo>
                    <a:pt x="488440" y="131158"/>
                  </a:lnTo>
                  <a:lnTo>
                    <a:pt x="497383" y="126531"/>
                  </a:lnTo>
                  <a:lnTo>
                    <a:pt x="505373" y="120382"/>
                  </a:lnTo>
                  <a:lnTo>
                    <a:pt x="507130" y="118466"/>
                  </a:lnTo>
                  <a:lnTo>
                    <a:pt x="425489" y="118466"/>
                  </a:lnTo>
                  <a:lnTo>
                    <a:pt x="417948" y="116771"/>
                  </a:lnTo>
                  <a:lnTo>
                    <a:pt x="390507" y="86117"/>
                  </a:lnTo>
                  <a:lnTo>
                    <a:pt x="390507" y="70321"/>
                  </a:lnTo>
                  <a:lnTo>
                    <a:pt x="417680" y="40470"/>
                  </a:lnTo>
                  <a:lnTo>
                    <a:pt x="425310" y="38819"/>
                  </a:lnTo>
                  <a:lnTo>
                    <a:pt x="515504" y="38819"/>
                  </a:lnTo>
                  <a:lnTo>
                    <a:pt x="513614" y="35740"/>
                  </a:lnTo>
                  <a:lnTo>
                    <a:pt x="480952" y="9637"/>
                  </a:lnTo>
                  <a:lnTo>
                    <a:pt x="446792" y="602"/>
                  </a:lnTo>
                  <a:lnTo>
                    <a:pt x="433967" y="0"/>
                  </a:lnTo>
                  <a:close/>
                </a:path>
                <a:path w="995044" h="283210">
                  <a:moveTo>
                    <a:pt x="515893" y="156081"/>
                  </a:moveTo>
                  <a:lnTo>
                    <a:pt x="433967" y="156081"/>
                  </a:lnTo>
                  <a:lnTo>
                    <a:pt x="441061" y="156441"/>
                  </a:lnTo>
                  <a:lnTo>
                    <a:pt x="447754" y="157520"/>
                  </a:lnTo>
                  <a:lnTo>
                    <a:pt x="478007" y="177767"/>
                  </a:lnTo>
                  <a:lnTo>
                    <a:pt x="482469" y="184460"/>
                  </a:lnTo>
                  <a:lnTo>
                    <a:pt x="484745" y="192179"/>
                  </a:lnTo>
                  <a:lnTo>
                    <a:pt x="484745" y="209313"/>
                  </a:lnTo>
                  <a:lnTo>
                    <a:pt x="454799" y="240422"/>
                  </a:lnTo>
                  <a:lnTo>
                    <a:pt x="433967" y="243358"/>
                  </a:lnTo>
                  <a:lnTo>
                    <a:pt x="523225" y="243358"/>
                  </a:lnTo>
                  <a:lnTo>
                    <a:pt x="528456" y="235101"/>
                  </a:lnTo>
                  <a:lnTo>
                    <a:pt x="532555" y="225454"/>
                  </a:lnTo>
                  <a:lnTo>
                    <a:pt x="535015" y="215222"/>
                  </a:lnTo>
                  <a:lnTo>
                    <a:pt x="535835" y="204405"/>
                  </a:lnTo>
                  <a:lnTo>
                    <a:pt x="535349" y="195947"/>
                  </a:lnTo>
                  <a:lnTo>
                    <a:pt x="519102" y="159428"/>
                  </a:lnTo>
                  <a:lnTo>
                    <a:pt x="515893" y="156081"/>
                  </a:lnTo>
                  <a:close/>
                </a:path>
                <a:path w="995044" h="283210">
                  <a:moveTo>
                    <a:pt x="515504" y="38819"/>
                  </a:moveTo>
                  <a:lnTo>
                    <a:pt x="442445" y="38819"/>
                  </a:lnTo>
                  <a:lnTo>
                    <a:pt x="449941" y="40470"/>
                  </a:lnTo>
                  <a:lnTo>
                    <a:pt x="456455" y="43772"/>
                  </a:lnTo>
                  <a:lnTo>
                    <a:pt x="462970" y="46985"/>
                  </a:lnTo>
                  <a:lnTo>
                    <a:pt x="468057" y="51581"/>
                  </a:lnTo>
                  <a:lnTo>
                    <a:pt x="471715" y="57560"/>
                  </a:lnTo>
                  <a:lnTo>
                    <a:pt x="475374" y="63450"/>
                  </a:lnTo>
                  <a:lnTo>
                    <a:pt x="477248" y="70321"/>
                  </a:lnTo>
                  <a:lnTo>
                    <a:pt x="477248" y="86117"/>
                  </a:lnTo>
                  <a:lnTo>
                    <a:pt x="449762" y="116771"/>
                  </a:lnTo>
                  <a:lnTo>
                    <a:pt x="442355" y="118466"/>
                  </a:lnTo>
                  <a:lnTo>
                    <a:pt x="507130" y="118466"/>
                  </a:lnTo>
                  <a:lnTo>
                    <a:pt x="524833" y="84273"/>
                  </a:lnTo>
                  <a:lnTo>
                    <a:pt x="525661" y="73489"/>
                  </a:lnTo>
                  <a:lnTo>
                    <a:pt x="524927" y="63450"/>
                  </a:lnTo>
                  <a:lnTo>
                    <a:pt x="524908" y="63199"/>
                  </a:lnTo>
                  <a:lnTo>
                    <a:pt x="522649" y="53477"/>
                  </a:lnTo>
                  <a:lnTo>
                    <a:pt x="518885" y="44324"/>
                  </a:lnTo>
                  <a:lnTo>
                    <a:pt x="515504" y="38819"/>
                  </a:lnTo>
                  <a:close/>
                </a:path>
                <a:path w="995044" h="283210">
                  <a:moveTo>
                    <a:pt x="679279" y="0"/>
                  </a:moveTo>
                  <a:lnTo>
                    <a:pt x="634703" y="10039"/>
                  </a:lnTo>
                  <a:lnTo>
                    <a:pt x="600836" y="39221"/>
                  </a:lnTo>
                  <a:lnTo>
                    <a:pt x="579285" y="85804"/>
                  </a:lnTo>
                  <a:lnTo>
                    <a:pt x="572379" y="130054"/>
                  </a:lnTo>
                  <a:lnTo>
                    <a:pt x="571996" y="156215"/>
                  </a:lnTo>
                  <a:lnTo>
                    <a:pt x="572142" y="161569"/>
                  </a:lnTo>
                  <a:lnTo>
                    <a:pt x="572171" y="162640"/>
                  </a:lnTo>
                  <a:lnTo>
                    <a:pt x="580489" y="211901"/>
                  </a:lnTo>
                  <a:lnTo>
                    <a:pt x="604317" y="252729"/>
                  </a:lnTo>
                  <a:lnTo>
                    <a:pt x="638130" y="274841"/>
                  </a:lnTo>
                  <a:lnTo>
                    <a:pt x="676467" y="281643"/>
                  </a:lnTo>
                  <a:lnTo>
                    <a:pt x="690799" y="280931"/>
                  </a:lnTo>
                  <a:lnTo>
                    <a:pt x="728272" y="269461"/>
                  </a:lnTo>
                  <a:lnTo>
                    <a:pt x="759061" y="241484"/>
                  </a:lnTo>
                  <a:lnTo>
                    <a:pt x="676200" y="241484"/>
                  </a:lnTo>
                  <a:lnTo>
                    <a:pt x="669228" y="241041"/>
                  </a:lnTo>
                  <a:lnTo>
                    <a:pt x="635615" y="220702"/>
                  </a:lnTo>
                  <a:lnTo>
                    <a:pt x="625333" y="188609"/>
                  </a:lnTo>
                  <a:lnTo>
                    <a:pt x="625422" y="181381"/>
                  </a:lnTo>
                  <a:lnTo>
                    <a:pt x="640228" y="151496"/>
                  </a:lnTo>
                  <a:lnTo>
                    <a:pt x="644966" y="146488"/>
                  </a:lnTo>
                  <a:lnTo>
                    <a:pt x="650346" y="142695"/>
                  </a:lnTo>
                  <a:lnTo>
                    <a:pt x="662903" y="137118"/>
                  </a:lnTo>
                  <a:lnTo>
                    <a:pt x="669641" y="135734"/>
                  </a:lnTo>
                  <a:lnTo>
                    <a:pt x="619978" y="135734"/>
                  </a:lnTo>
                  <a:lnTo>
                    <a:pt x="623776" y="97852"/>
                  </a:lnTo>
                  <a:lnTo>
                    <a:pt x="623894" y="97115"/>
                  </a:lnTo>
                  <a:lnTo>
                    <a:pt x="643889" y="56899"/>
                  </a:lnTo>
                  <a:lnTo>
                    <a:pt x="679279" y="42969"/>
                  </a:lnTo>
                  <a:lnTo>
                    <a:pt x="760502" y="42969"/>
                  </a:lnTo>
                  <a:lnTo>
                    <a:pt x="757453" y="38016"/>
                  </a:lnTo>
                  <a:lnTo>
                    <a:pt x="725059" y="10173"/>
                  </a:lnTo>
                  <a:lnTo>
                    <a:pt x="691828" y="635"/>
                  </a:lnTo>
                  <a:lnTo>
                    <a:pt x="679279" y="0"/>
                  </a:lnTo>
                  <a:close/>
                </a:path>
                <a:path w="995044" h="283210">
                  <a:moveTo>
                    <a:pt x="690389" y="97852"/>
                  </a:moveTo>
                  <a:lnTo>
                    <a:pt x="649963" y="108059"/>
                  </a:lnTo>
                  <a:lnTo>
                    <a:pt x="621852" y="135734"/>
                  </a:lnTo>
                  <a:lnTo>
                    <a:pt x="676869" y="135734"/>
                  </a:lnTo>
                  <a:lnTo>
                    <a:pt x="683964" y="136169"/>
                  </a:lnTo>
                  <a:lnTo>
                    <a:pt x="717119" y="155922"/>
                  </a:lnTo>
                  <a:lnTo>
                    <a:pt x="727047" y="188609"/>
                  </a:lnTo>
                  <a:lnTo>
                    <a:pt x="726688" y="195629"/>
                  </a:lnTo>
                  <a:lnTo>
                    <a:pt x="725494" y="202464"/>
                  </a:lnTo>
                  <a:lnTo>
                    <a:pt x="723498" y="208814"/>
                  </a:lnTo>
                  <a:lnTo>
                    <a:pt x="723428" y="209040"/>
                  </a:lnTo>
                  <a:lnTo>
                    <a:pt x="720634" y="214980"/>
                  </a:lnTo>
                  <a:lnTo>
                    <a:pt x="720508" y="215248"/>
                  </a:lnTo>
                  <a:lnTo>
                    <a:pt x="716860" y="220962"/>
                  </a:lnTo>
                  <a:lnTo>
                    <a:pt x="683303" y="241041"/>
                  </a:lnTo>
                  <a:lnTo>
                    <a:pt x="676200" y="241484"/>
                  </a:lnTo>
                  <a:lnTo>
                    <a:pt x="759061" y="241484"/>
                  </a:lnTo>
                  <a:lnTo>
                    <a:pt x="774537" y="200314"/>
                  </a:lnTo>
                  <a:lnTo>
                    <a:pt x="775176" y="188609"/>
                  </a:lnTo>
                  <a:lnTo>
                    <a:pt x="775257" y="187137"/>
                  </a:lnTo>
                  <a:lnTo>
                    <a:pt x="764146" y="141089"/>
                  </a:lnTo>
                  <a:lnTo>
                    <a:pt x="733626" y="109364"/>
                  </a:lnTo>
                  <a:lnTo>
                    <a:pt x="702127" y="98571"/>
                  </a:lnTo>
                  <a:lnTo>
                    <a:pt x="690389" y="97852"/>
                  </a:lnTo>
                  <a:close/>
                </a:path>
                <a:path w="995044" h="283210">
                  <a:moveTo>
                    <a:pt x="760502" y="42969"/>
                  </a:moveTo>
                  <a:lnTo>
                    <a:pt x="679279" y="42969"/>
                  </a:lnTo>
                  <a:lnTo>
                    <a:pt x="687729" y="43563"/>
                  </a:lnTo>
                  <a:lnTo>
                    <a:pt x="695409" y="45345"/>
                  </a:lnTo>
                  <a:lnTo>
                    <a:pt x="723854" y="77639"/>
                  </a:lnTo>
                  <a:lnTo>
                    <a:pt x="772713" y="77639"/>
                  </a:lnTo>
                  <a:lnTo>
                    <a:pt x="770655" y="66880"/>
                  </a:lnTo>
                  <a:lnTo>
                    <a:pt x="767492" y="56899"/>
                  </a:lnTo>
                  <a:lnTo>
                    <a:pt x="767426" y="56690"/>
                  </a:lnTo>
                  <a:lnTo>
                    <a:pt x="763025" y="47068"/>
                  </a:lnTo>
                  <a:lnTo>
                    <a:pt x="760502" y="42969"/>
                  </a:lnTo>
                  <a:close/>
                </a:path>
                <a:path w="995044" h="283210">
                  <a:moveTo>
                    <a:pt x="994767" y="3748"/>
                  </a:moveTo>
                  <a:lnTo>
                    <a:pt x="808031" y="3748"/>
                  </a:lnTo>
                  <a:lnTo>
                    <a:pt x="808031" y="45244"/>
                  </a:lnTo>
                  <a:lnTo>
                    <a:pt x="943364" y="45244"/>
                  </a:lnTo>
                  <a:lnTo>
                    <a:pt x="943364" y="47118"/>
                  </a:lnTo>
                  <a:lnTo>
                    <a:pt x="826772" y="277894"/>
                  </a:lnTo>
                  <a:lnTo>
                    <a:pt x="878308" y="277894"/>
                  </a:lnTo>
                  <a:lnTo>
                    <a:pt x="994767" y="46181"/>
                  </a:lnTo>
                  <a:lnTo>
                    <a:pt x="994767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753416" y="4448031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4">
                  <a:moveTo>
                    <a:pt x="2146531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46531" y="887931"/>
                  </a:lnTo>
                  <a:lnTo>
                    <a:pt x="2146531" y="0"/>
                  </a:lnTo>
                  <a:close/>
                </a:path>
              </a:pathLst>
            </a:custGeom>
            <a:solidFill>
              <a:srgbClr val="D53F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753409" y="4448041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4">
                  <a:moveTo>
                    <a:pt x="2146528" y="0"/>
                  </a:moveTo>
                  <a:lnTo>
                    <a:pt x="2136063" y="0"/>
                  </a:lnTo>
                  <a:lnTo>
                    <a:pt x="2136063" y="877455"/>
                  </a:lnTo>
                  <a:lnTo>
                    <a:pt x="0" y="877455"/>
                  </a:lnTo>
                  <a:lnTo>
                    <a:pt x="0" y="887933"/>
                  </a:lnTo>
                  <a:lnTo>
                    <a:pt x="2136063" y="887933"/>
                  </a:lnTo>
                  <a:lnTo>
                    <a:pt x="2146528" y="887933"/>
                  </a:lnTo>
                  <a:lnTo>
                    <a:pt x="2146528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6982913" y="4725093"/>
              <a:ext cx="987425" cy="283210"/>
            </a:xfrm>
            <a:custGeom>
              <a:avLst/>
              <a:gdLst/>
              <a:ahLst/>
              <a:cxnLst/>
              <a:rect l="l" t="t" r="r" b="b"/>
              <a:pathLst>
                <a:path w="987425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87425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87425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87425" h="283210">
                  <a:moveTo>
                    <a:pt x="433967" y="0"/>
                  </a:moveTo>
                  <a:lnTo>
                    <a:pt x="386580" y="9637"/>
                  </a:lnTo>
                  <a:lnTo>
                    <a:pt x="353918" y="35740"/>
                  </a:lnTo>
                  <a:lnTo>
                    <a:pt x="342138" y="73489"/>
                  </a:lnTo>
                  <a:lnTo>
                    <a:pt x="342891" y="84273"/>
                  </a:lnTo>
                  <a:lnTo>
                    <a:pt x="362050" y="120382"/>
                  </a:lnTo>
                  <a:lnTo>
                    <a:pt x="389257" y="134262"/>
                  </a:lnTo>
                  <a:lnTo>
                    <a:pt x="389257" y="136136"/>
                  </a:lnTo>
                  <a:lnTo>
                    <a:pt x="353918" y="153705"/>
                  </a:lnTo>
                  <a:lnTo>
                    <a:pt x="333772" y="187840"/>
                  </a:lnTo>
                  <a:lnTo>
                    <a:pt x="331965" y="204405"/>
                  </a:lnTo>
                  <a:lnTo>
                    <a:pt x="332718" y="215222"/>
                  </a:lnTo>
                  <a:lnTo>
                    <a:pt x="351994" y="252402"/>
                  </a:lnTo>
                  <a:lnTo>
                    <a:pt x="392955" y="275995"/>
                  </a:lnTo>
                  <a:lnTo>
                    <a:pt x="433967" y="281643"/>
                  </a:lnTo>
                  <a:lnTo>
                    <a:pt x="448399" y="281015"/>
                  </a:lnTo>
                  <a:lnTo>
                    <a:pt x="486574" y="271603"/>
                  </a:lnTo>
                  <a:lnTo>
                    <a:pt x="522716" y="244162"/>
                  </a:lnTo>
                  <a:lnTo>
                    <a:pt x="523225" y="243358"/>
                  </a:lnTo>
                  <a:lnTo>
                    <a:pt x="433967" y="243358"/>
                  </a:lnTo>
                  <a:lnTo>
                    <a:pt x="426642" y="243032"/>
                  </a:lnTo>
                  <a:lnTo>
                    <a:pt x="426512" y="243032"/>
                  </a:lnTo>
                  <a:lnTo>
                    <a:pt x="419676" y="242053"/>
                  </a:lnTo>
                  <a:lnTo>
                    <a:pt x="385063" y="216720"/>
                  </a:lnTo>
                  <a:lnTo>
                    <a:pt x="383010" y="209313"/>
                  </a:lnTo>
                  <a:lnTo>
                    <a:pt x="383010" y="192179"/>
                  </a:lnTo>
                  <a:lnTo>
                    <a:pt x="407730" y="161837"/>
                  </a:lnTo>
                  <a:lnTo>
                    <a:pt x="413430" y="159428"/>
                  </a:lnTo>
                  <a:lnTo>
                    <a:pt x="413302" y="159428"/>
                  </a:lnTo>
                  <a:lnTo>
                    <a:pt x="420045" y="157520"/>
                  </a:lnTo>
                  <a:lnTo>
                    <a:pt x="426805" y="156441"/>
                  </a:lnTo>
                  <a:lnTo>
                    <a:pt x="433967" y="156081"/>
                  </a:lnTo>
                  <a:lnTo>
                    <a:pt x="515893" y="156081"/>
                  </a:lnTo>
                  <a:lnTo>
                    <a:pt x="513614" y="153705"/>
                  </a:lnTo>
                  <a:lnTo>
                    <a:pt x="478542" y="136136"/>
                  </a:lnTo>
                  <a:lnTo>
                    <a:pt x="478542" y="134262"/>
                  </a:lnTo>
                  <a:lnTo>
                    <a:pt x="488440" y="131158"/>
                  </a:lnTo>
                  <a:lnTo>
                    <a:pt x="497383" y="126531"/>
                  </a:lnTo>
                  <a:lnTo>
                    <a:pt x="505373" y="120382"/>
                  </a:lnTo>
                  <a:lnTo>
                    <a:pt x="507130" y="118466"/>
                  </a:lnTo>
                  <a:lnTo>
                    <a:pt x="425489" y="118466"/>
                  </a:lnTo>
                  <a:lnTo>
                    <a:pt x="417948" y="116771"/>
                  </a:lnTo>
                  <a:lnTo>
                    <a:pt x="390507" y="86117"/>
                  </a:lnTo>
                  <a:lnTo>
                    <a:pt x="390507" y="70321"/>
                  </a:lnTo>
                  <a:lnTo>
                    <a:pt x="417680" y="40470"/>
                  </a:lnTo>
                  <a:lnTo>
                    <a:pt x="425310" y="38819"/>
                  </a:lnTo>
                  <a:lnTo>
                    <a:pt x="515504" y="38819"/>
                  </a:lnTo>
                  <a:lnTo>
                    <a:pt x="513614" y="35740"/>
                  </a:lnTo>
                  <a:lnTo>
                    <a:pt x="480952" y="9637"/>
                  </a:lnTo>
                  <a:lnTo>
                    <a:pt x="446792" y="602"/>
                  </a:lnTo>
                  <a:lnTo>
                    <a:pt x="433967" y="0"/>
                  </a:lnTo>
                  <a:close/>
                </a:path>
                <a:path w="987425" h="283210">
                  <a:moveTo>
                    <a:pt x="515893" y="156081"/>
                  </a:moveTo>
                  <a:lnTo>
                    <a:pt x="433967" y="156081"/>
                  </a:lnTo>
                  <a:lnTo>
                    <a:pt x="441061" y="156441"/>
                  </a:lnTo>
                  <a:lnTo>
                    <a:pt x="447754" y="157520"/>
                  </a:lnTo>
                  <a:lnTo>
                    <a:pt x="478007" y="177767"/>
                  </a:lnTo>
                  <a:lnTo>
                    <a:pt x="482469" y="184460"/>
                  </a:lnTo>
                  <a:lnTo>
                    <a:pt x="484745" y="192179"/>
                  </a:lnTo>
                  <a:lnTo>
                    <a:pt x="484745" y="209313"/>
                  </a:lnTo>
                  <a:lnTo>
                    <a:pt x="454799" y="240422"/>
                  </a:lnTo>
                  <a:lnTo>
                    <a:pt x="433967" y="243358"/>
                  </a:lnTo>
                  <a:lnTo>
                    <a:pt x="523225" y="243358"/>
                  </a:lnTo>
                  <a:lnTo>
                    <a:pt x="528456" y="235101"/>
                  </a:lnTo>
                  <a:lnTo>
                    <a:pt x="532555" y="225454"/>
                  </a:lnTo>
                  <a:lnTo>
                    <a:pt x="535015" y="215222"/>
                  </a:lnTo>
                  <a:lnTo>
                    <a:pt x="535835" y="204405"/>
                  </a:lnTo>
                  <a:lnTo>
                    <a:pt x="535349" y="195947"/>
                  </a:lnTo>
                  <a:lnTo>
                    <a:pt x="519102" y="159428"/>
                  </a:lnTo>
                  <a:lnTo>
                    <a:pt x="515893" y="156081"/>
                  </a:lnTo>
                  <a:close/>
                </a:path>
                <a:path w="987425" h="283210">
                  <a:moveTo>
                    <a:pt x="515504" y="38819"/>
                  </a:moveTo>
                  <a:lnTo>
                    <a:pt x="442445" y="38819"/>
                  </a:lnTo>
                  <a:lnTo>
                    <a:pt x="449941" y="40470"/>
                  </a:lnTo>
                  <a:lnTo>
                    <a:pt x="456455" y="43772"/>
                  </a:lnTo>
                  <a:lnTo>
                    <a:pt x="462970" y="46985"/>
                  </a:lnTo>
                  <a:lnTo>
                    <a:pt x="468057" y="51581"/>
                  </a:lnTo>
                  <a:lnTo>
                    <a:pt x="471715" y="57560"/>
                  </a:lnTo>
                  <a:lnTo>
                    <a:pt x="475374" y="63450"/>
                  </a:lnTo>
                  <a:lnTo>
                    <a:pt x="477248" y="70321"/>
                  </a:lnTo>
                  <a:lnTo>
                    <a:pt x="477248" y="86117"/>
                  </a:lnTo>
                  <a:lnTo>
                    <a:pt x="449762" y="116771"/>
                  </a:lnTo>
                  <a:lnTo>
                    <a:pt x="442355" y="118466"/>
                  </a:lnTo>
                  <a:lnTo>
                    <a:pt x="507130" y="118466"/>
                  </a:lnTo>
                  <a:lnTo>
                    <a:pt x="524833" y="84273"/>
                  </a:lnTo>
                  <a:lnTo>
                    <a:pt x="525661" y="73489"/>
                  </a:lnTo>
                  <a:lnTo>
                    <a:pt x="524927" y="63450"/>
                  </a:lnTo>
                  <a:lnTo>
                    <a:pt x="524908" y="63199"/>
                  </a:lnTo>
                  <a:lnTo>
                    <a:pt x="522649" y="53477"/>
                  </a:lnTo>
                  <a:lnTo>
                    <a:pt x="518885" y="44324"/>
                  </a:lnTo>
                  <a:lnTo>
                    <a:pt x="515504" y="38819"/>
                  </a:lnTo>
                  <a:close/>
                </a:path>
                <a:path w="987425" h="283210">
                  <a:moveTo>
                    <a:pt x="623860" y="203200"/>
                  </a:moveTo>
                  <a:lnTo>
                    <a:pt x="575001" y="203200"/>
                  </a:lnTo>
                  <a:lnTo>
                    <a:pt x="576937" y="213909"/>
                  </a:lnTo>
                  <a:lnTo>
                    <a:pt x="577001" y="214260"/>
                  </a:lnTo>
                  <a:lnTo>
                    <a:pt x="596762" y="251992"/>
                  </a:lnTo>
                  <a:lnTo>
                    <a:pt x="633059" y="275995"/>
                  </a:lnTo>
                  <a:lnTo>
                    <a:pt x="668436" y="281643"/>
                  </a:lnTo>
                  <a:lnTo>
                    <a:pt x="680508" y="281015"/>
                  </a:lnTo>
                  <a:lnTo>
                    <a:pt x="722557" y="266014"/>
                  </a:lnTo>
                  <a:lnTo>
                    <a:pt x="749332" y="238673"/>
                  </a:lnTo>
                  <a:lnTo>
                    <a:pt x="668436" y="238673"/>
                  </a:lnTo>
                  <a:lnTo>
                    <a:pt x="659977" y="238079"/>
                  </a:lnTo>
                  <a:lnTo>
                    <a:pt x="626219" y="210947"/>
                  </a:lnTo>
                  <a:lnTo>
                    <a:pt x="623860" y="203200"/>
                  </a:lnTo>
                  <a:close/>
                </a:path>
                <a:path w="987425" h="283210">
                  <a:moveTo>
                    <a:pt x="775617" y="145105"/>
                  </a:moveTo>
                  <a:lnTo>
                    <a:pt x="727736" y="145105"/>
                  </a:lnTo>
                  <a:lnTo>
                    <a:pt x="726808" y="165184"/>
                  </a:lnTo>
                  <a:lnTo>
                    <a:pt x="726774" y="165920"/>
                  </a:lnTo>
                  <a:lnTo>
                    <a:pt x="723888" y="184326"/>
                  </a:lnTo>
                  <a:lnTo>
                    <a:pt x="703825" y="224743"/>
                  </a:lnTo>
                  <a:lnTo>
                    <a:pt x="668436" y="238673"/>
                  </a:lnTo>
                  <a:lnTo>
                    <a:pt x="749332" y="238673"/>
                  </a:lnTo>
                  <a:lnTo>
                    <a:pt x="768430" y="195570"/>
                  </a:lnTo>
                  <a:lnTo>
                    <a:pt x="775405" y="150794"/>
                  </a:lnTo>
                  <a:lnTo>
                    <a:pt x="775513" y="149388"/>
                  </a:lnTo>
                  <a:lnTo>
                    <a:pt x="775617" y="145105"/>
                  </a:lnTo>
                  <a:close/>
                </a:path>
                <a:path w="987425" h="283210">
                  <a:moveTo>
                    <a:pt x="671247" y="0"/>
                  </a:moveTo>
                  <a:lnTo>
                    <a:pt x="630888" y="6751"/>
                  </a:lnTo>
                  <a:lnTo>
                    <a:pt x="591474" y="35774"/>
                  </a:lnTo>
                  <a:lnTo>
                    <a:pt x="573093" y="80927"/>
                  </a:lnTo>
                  <a:lnTo>
                    <a:pt x="572411" y="92497"/>
                  </a:lnTo>
                  <a:lnTo>
                    <a:pt x="572324" y="93970"/>
                  </a:lnTo>
                  <a:lnTo>
                    <a:pt x="583568" y="139884"/>
                  </a:lnTo>
                  <a:lnTo>
                    <a:pt x="613954" y="171475"/>
                  </a:lnTo>
                  <a:lnTo>
                    <a:pt x="657325" y="182987"/>
                  </a:lnTo>
                  <a:lnTo>
                    <a:pt x="664587" y="182703"/>
                  </a:lnTo>
                  <a:lnTo>
                    <a:pt x="703465" y="169425"/>
                  </a:lnTo>
                  <a:lnTo>
                    <a:pt x="725779" y="145238"/>
                  </a:lnTo>
                  <a:lnTo>
                    <a:pt x="670845" y="145238"/>
                  </a:lnTo>
                  <a:lnTo>
                    <a:pt x="663751" y="144803"/>
                  </a:lnTo>
                  <a:lnTo>
                    <a:pt x="630645" y="125051"/>
                  </a:lnTo>
                  <a:lnTo>
                    <a:pt x="620537" y="92497"/>
                  </a:lnTo>
                  <a:lnTo>
                    <a:pt x="620924" y="85712"/>
                  </a:lnTo>
                  <a:lnTo>
                    <a:pt x="639823" y="51051"/>
                  </a:lnTo>
                  <a:lnTo>
                    <a:pt x="671381" y="40158"/>
                  </a:lnTo>
                  <a:lnTo>
                    <a:pt x="752404" y="40158"/>
                  </a:lnTo>
                  <a:lnTo>
                    <a:pt x="750375" y="37121"/>
                  </a:lnTo>
                  <a:lnTo>
                    <a:pt x="718667" y="10842"/>
                  </a:lnTo>
                  <a:lnTo>
                    <a:pt x="681019" y="485"/>
                  </a:lnTo>
                  <a:lnTo>
                    <a:pt x="671247" y="0"/>
                  </a:lnTo>
                  <a:close/>
                </a:path>
                <a:path w="987425" h="283210">
                  <a:moveTo>
                    <a:pt x="752404" y="40158"/>
                  </a:moveTo>
                  <a:lnTo>
                    <a:pt x="671381" y="40158"/>
                  </a:lnTo>
                  <a:lnTo>
                    <a:pt x="678534" y="40610"/>
                  </a:lnTo>
                  <a:lnTo>
                    <a:pt x="685269" y="41965"/>
                  </a:lnTo>
                  <a:lnTo>
                    <a:pt x="715555" y="66528"/>
                  </a:lnTo>
                  <a:lnTo>
                    <a:pt x="718374" y="72393"/>
                  </a:lnTo>
                  <a:lnTo>
                    <a:pt x="718483" y="72619"/>
                  </a:lnTo>
                  <a:lnTo>
                    <a:pt x="720575" y="78977"/>
                  </a:lnTo>
                  <a:lnTo>
                    <a:pt x="721836" y="85712"/>
                  </a:lnTo>
                  <a:lnTo>
                    <a:pt x="722248" y="92497"/>
                  </a:lnTo>
                  <a:lnTo>
                    <a:pt x="722244" y="100027"/>
                  </a:lnTo>
                  <a:lnTo>
                    <a:pt x="721043" y="106240"/>
                  </a:lnTo>
                  <a:lnTo>
                    <a:pt x="718366" y="112576"/>
                  </a:lnTo>
                  <a:lnTo>
                    <a:pt x="715778" y="118912"/>
                  </a:lnTo>
                  <a:lnTo>
                    <a:pt x="684811" y="143855"/>
                  </a:lnTo>
                  <a:lnTo>
                    <a:pt x="678074" y="145238"/>
                  </a:lnTo>
                  <a:lnTo>
                    <a:pt x="725779" y="145238"/>
                  </a:lnTo>
                  <a:lnTo>
                    <a:pt x="725862" y="145105"/>
                  </a:lnTo>
                  <a:lnTo>
                    <a:pt x="775617" y="145105"/>
                  </a:lnTo>
                  <a:lnTo>
                    <a:pt x="775744" y="139884"/>
                  </a:lnTo>
                  <a:lnTo>
                    <a:pt x="775837" y="129485"/>
                  </a:lnTo>
                  <a:lnTo>
                    <a:pt x="775527" y="119403"/>
                  </a:lnTo>
                  <a:lnTo>
                    <a:pt x="775496" y="118366"/>
                  </a:lnTo>
                  <a:lnTo>
                    <a:pt x="775374" y="114400"/>
                  </a:lnTo>
                  <a:lnTo>
                    <a:pt x="767091" y="69473"/>
                  </a:lnTo>
                  <a:lnTo>
                    <a:pt x="756717" y="46617"/>
                  </a:lnTo>
                  <a:lnTo>
                    <a:pt x="752404" y="40158"/>
                  </a:lnTo>
                  <a:close/>
                </a:path>
                <a:path w="987425" h="283210">
                  <a:moveTo>
                    <a:pt x="987405" y="3748"/>
                  </a:moveTo>
                  <a:lnTo>
                    <a:pt x="800669" y="3748"/>
                  </a:lnTo>
                  <a:lnTo>
                    <a:pt x="800669" y="45244"/>
                  </a:lnTo>
                  <a:lnTo>
                    <a:pt x="936002" y="45244"/>
                  </a:lnTo>
                  <a:lnTo>
                    <a:pt x="936002" y="47118"/>
                  </a:lnTo>
                  <a:lnTo>
                    <a:pt x="819409" y="277894"/>
                  </a:lnTo>
                  <a:lnTo>
                    <a:pt x="870946" y="277894"/>
                  </a:lnTo>
                  <a:lnTo>
                    <a:pt x="987405" y="46181"/>
                  </a:lnTo>
                  <a:lnTo>
                    <a:pt x="987405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052050" y="5335962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4">
                  <a:moveTo>
                    <a:pt x="312032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3120323" y="887931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052037" y="5335974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4">
                  <a:moveTo>
                    <a:pt x="3120326" y="0"/>
                  </a:moveTo>
                  <a:lnTo>
                    <a:pt x="3109861" y="0"/>
                  </a:lnTo>
                  <a:lnTo>
                    <a:pt x="3109861" y="877455"/>
                  </a:lnTo>
                  <a:lnTo>
                    <a:pt x="10477" y="877455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887920"/>
                  </a:lnTo>
                  <a:lnTo>
                    <a:pt x="10477" y="887920"/>
                  </a:lnTo>
                  <a:lnTo>
                    <a:pt x="3109861" y="887920"/>
                  </a:lnTo>
                  <a:lnTo>
                    <a:pt x="3120326" y="887920"/>
                  </a:lnTo>
                  <a:lnTo>
                    <a:pt x="3120326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88507" y="5603520"/>
              <a:ext cx="1374332" cy="36878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13172374" y="5335962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4">
                  <a:moveTo>
                    <a:pt x="2125589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25589" y="887931"/>
                  </a:lnTo>
                  <a:lnTo>
                    <a:pt x="2125589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3172364" y="5335974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4">
                  <a:moveTo>
                    <a:pt x="2125599" y="0"/>
                  </a:moveTo>
                  <a:lnTo>
                    <a:pt x="2115121" y="0"/>
                  </a:lnTo>
                  <a:lnTo>
                    <a:pt x="2115121" y="877455"/>
                  </a:lnTo>
                  <a:lnTo>
                    <a:pt x="0" y="877455"/>
                  </a:lnTo>
                  <a:lnTo>
                    <a:pt x="0" y="887920"/>
                  </a:lnTo>
                  <a:lnTo>
                    <a:pt x="2115121" y="887920"/>
                  </a:lnTo>
                  <a:lnTo>
                    <a:pt x="2125599" y="887920"/>
                  </a:lnTo>
                  <a:lnTo>
                    <a:pt x="212559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3401870" y="5613024"/>
              <a:ext cx="1001394" cy="283210"/>
            </a:xfrm>
            <a:custGeom>
              <a:avLst/>
              <a:gdLst/>
              <a:ahLst/>
              <a:cxnLst/>
              <a:rect l="l" t="t" r="r" b="b"/>
              <a:pathLst>
                <a:path w="1001394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1001394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1001394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1001394" h="283210">
                  <a:moveTo>
                    <a:pt x="433967" y="0"/>
                  </a:moveTo>
                  <a:lnTo>
                    <a:pt x="386580" y="9637"/>
                  </a:lnTo>
                  <a:lnTo>
                    <a:pt x="353918" y="35740"/>
                  </a:lnTo>
                  <a:lnTo>
                    <a:pt x="342138" y="73489"/>
                  </a:lnTo>
                  <a:lnTo>
                    <a:pt x="342891" y="84273"/>
                  </a:lnTo>
                  <a:lnTo>
                    <a:pt x="362050" y="120382"/>
                  </a:lnTo>
                  <a:lnTo>
                    <a:pt x="389257" y="134262"/>
                  </a:lnTo>
                  <a:lnTo>
                    <a:pt x="389257" y="136136"/>
                  </a:lnTo>
                  <a:lnTo>
                    <a:pt x="353918" y="153705"/>
                  </a:lnTo>
                  <a:lnTo>
                    <a:pt x="333772" y="187840"/>
                  </a:lnTo>
                  <a:lnTo>
                    <a:pt x="331965" y="204405"/>
                  </a:lnTo>
                  <a:lnTo>
                    <a:pt x="332718" y="215222"/>
                  </a:lnTo>
                  <a:lnTo>
                    <a:pt x="351994" y="252402"/>
                  </a:lnTo>
                  <a:lnTo>
                    <a:pt x="392955" y="275995"/>
                  </a:lnTo>
                  <a:lnTo>
                    <a:pt x="433967" y="281643"/>
                  </a:lnTo>
                  <a:lnTo>
                    <a:pt x="448399" y="281015"/>
                  </a:lnTo>
                  <a:lnTo>
                    <a:pt x="486574" y="271603"/>
                  </a:lnTo>
                  <a:lnTo>
                    <a:pt x="522716" y="244162"/>
                  </a:lnTo>
                  <a:lnTo>
                    <a:pt x="523225" y="243358"/>
                  </a:lnTo>
                  <a:lnTo>
                    <a:pt x="433967" y="243358"/>
                  </a:lnTo>
                  <a:lnTo>
                    <a:pt x="426642" y="243032"/>
                  </a:lnTo>
                  <a:lnTo>
                    <a:pt x="426512" y="243032"/>
                  </a:lnTo>
                  <a:lnTo>
                    <a:pt x="419676" y="242053"/>
                  </a:lnTo>
                  <a:lnTo>
                    <a:pt x="385063" y="216720"/>
                  </a:lnTo>
                  <a:lnTo>
                    <a:pt x="383010" y="209313"/>
                  </a:lnTo>
                  <a:lnTo>
                    <a:pt x="383010" y="192179"/>
                  </a:lnTo>
                  <a:lnTo>
                    <a:pt x="407730" y="161837"/>
                  </a:lnTo>
                  <a:lnTo>
                    <a:pt x="413430" y="159428"/>
                  </a:lnTo>
                  <a:lnTo>
                    <a:pt x="413302" y="159428"/>
                  </a:lnTo>
                  <a:lnTo>
                    <a:pt x="420045" y="157520"/>
                  </a:lnTo>
                  <a:lnTo>
                    <a:pt x="426805" y="156441"/>
                  </a:lnTo>
                  <a:lnTo>
                    <a:pt x="433967" y="156081"/>
                  </a:lnTo>
                  <a:lnTo>
                    <a:pt x="515893" y="156081"/>
                  </a:lnTo>
                  <a:lnTo>
                    <a:pt x="513614" y="153705"/>
                  </a:lnTo>
                  <a:lnTo>
                    <a:pt x="478542" y="136136"/>
                  </a:lnTo>
                  <a:lnTo>
                    <a:pt x="478542" y="134262"/>
                  </a:lnTo>
                  <a:lnTo>
                    <a:pt x="488440" y="131158"/>
                  </a:lnTo>
                  <a:lnTo>
                    <a:pt x="497383" y="126531"/>
                  </a:lnTo>
                  <a:lnTo>
                    <a:pt x="505373" y="120382"/>
                  </a:lnTo>
                  <a:lnTo>
                    <a:pt x="507130" y="118466"/>
                  </a:lnTo>
                  <a:lnTo>
                    <a:pt x="425489" y="118466"/>
                  </a:lnTo>
                  <a:lnTo>
                    <a:pt x="417948" y="116771"/>
                  </a:lnTo>
                  <a:lnTo>
                    <a:pt x="390507" y="86117"/>
                  </a:lnTo>
                  <a:lnTo>
                    <a:pt x="390507" y="70321"/>
                  </a:lnTo>
                  <a:lnTo>
                    <a:pt x="417680" y="40470"/>
                  </a:lnTo>
                  <a:lnTo>
                    <a:pt x="425310" y="38819"/>
                  </a:lnTo>
                  <a:lnTo>
                    <a:pt x="515504" y="38819"/>
                  </a:lnTo>
                  <a:lnTo>
                    <a:pt x="513614" y="35740"/>
                  </a:lnTo>
                  <a:lnTo>
                    <a:pt x="480952" y="9637"/>
                  </a:lnTo>
                  <a:lnTo>
                    <a:pt x="446792" y="602"/>
                  </a:lnTo>
                  <a:lnTo>
                    <a:pt x="433967" y="0"/>
                  </a:lnTo>
                  <a:close/>
                </a:path>
                <a:path w="1001394" h="283210">
                  <a:moveTo>
                    <a:pt x="515893" y="156081"/>
                  </a:moveTo>
                  <a:lnTo>
                    <a:pt x="433967" y="156081"/>
                  </a:lnTo>
                  <a:lnTo>
                    <a:pt x="441061" y="156441"/>
                  </a:lnTo>
                  <a:lnTo>
                    <a:pt x="447754" y="157520"/>
                  </a:lnTo>
                  <a:lnTo>
                    <a:pt x="478007" y="177767"/>
                  </a:lnTo>
                  <a:lnTo>
                    <a:pt x="482469" y="184460"/>
                  </a:lnTo>
                  <a:lnTo>
                    <a:pt x="484745" y="192179"/>
                  </a:lnTo>
                  <a:lnTo>
                    <a:pt x="484745" y="209313"/>
                  </a:lnTo>
                  <a:lnTo>
                    <a:pt x="454799" y="240422"/>
                  </a:lnTo>
                  <a:lnTo>
                    <a:pt x="433967" y="243358"/>
                  </a:lnTo>
                  <a:lnTo>
                    <a:pt x="523225" y="243358"/>
                  </a:lnTo>
                  <a:lnTo>
                    <a:pt x="528456" y="235101"/>
                  </a:lnTo>
                  <a:lnTo>
                    <a:pt x="532555" y="225454"/>
                  </a:lnTo>
                  <a:lnTo>
                    <a:pt x="535015" y="215222"/>
                  </a:lnTo>
                  <a:lnTo>
                    <a:pt x="535835" y="204405"/>
                  </a:lnTo>
                  <a:lnTo>
                    <a:pt x="535349" y="195947"/>
                  </a:lnTo>
                  <a:lnTo>
                    <a:pt x="519102" y="159428"/>
                  </a:lnTo>
                  <a:lnTo>
                    <a:pt x="515893" y="156081"/>
                  </a:lnTo>
                  <a:close/>
                </a:path>
                <a:path w="1001394" h="283210">
                  <a:moveTo>
                    <a:pt x="515504" y="38819"/>
                  </a:moveTo>
                  <a:lnTo>
                    <a:pt x="442445" y="38819"/>
                  </a:lnTo>
                  <a:lnTo>
                    <a:pt x="449941" y="40470"/>
                  </a:lnTo>
                  <a:lnTo>
                    <a:pt x="456455" y="43772"/>
                  </a:lnTo>
                  <a:lnTo>
                    <a:pt x="462970" y="46985"/>
                  </a:lnTo>
                  <a:lnTo>
                    <a:pt x="468057" y="51581"/>
                  </a:lnTo>
                  <a:lnTo>
                    <a:pt x="471715" y="57560"/>
                  </a:lnTo>
                  <a:lnTo>
                    <a:pt x="475374" y="63450"/>
                  </a:lnTo>
                  <a:lnTo>
                    <a:pt x="477248" y="70321"/>
                  </a:lnTo>
                  <a:lnTo>
                    <a:pt x="477248" y="86117"/>
                  </a:lnTo>
                  <a:lnTo>
                    <a:pt x="449762" y="116771"/>
                  </a:lnTo>
                  <a:lnTo>
                    <a:pt x="442355" y="118466"/>
                  </a:lnTo>
                  <a:lnTo>
                    <a:pt x="507130" y="118466"/>
                  </a:lnTo>
                  <a:lnTo>
                    <a:pt x="524833" y="84273"/>
                  </a:lnTo>
                  <a:lnTo>
                    <a:pt x="525661" y="73489"/>
                  </a:lnTo>
                  <a:lnTo>
                    <a:pt x="524927" y="63450"/>
                  </a:lnTo>
                  <a:lnTo>
                    <a:pt x="524908" y="63199"/>
                  </a:lnTo>
                  <a:lnTo>
                    <a:pt x="522649" y="53477"/>
                  </a:lnTo>
                  <a:lnTo>
                    <a:pt x="518885" y="44324"/>
                  </a:lnTo>
                  <a:lnTo>
                    <a:pt x="515504" y="38819"/>
                  </a:lnTo>
                  <a:close/>
                </a:path>
                <a:path w="1001394" h="283210">
                  <a:moveTo>
                    <a:pt x="720374" y="3748"/>
                  </a:moveTo>
                  <a:lnTo>
                    <a:pt x="702436" y="3748"/>
                  </a:lnTo>
                  <a:lnTo>
                    <a:pt x="702436" y="197310"/>
                  </a:lnTo>
                  <a:lnTo>
                    <a:pt x="701901" y="214980"/>
                  </a:lnTo>
                  <a:lnTo>
                    <a:pt x="701901" y="277894"/>
                  </a:lnTo>
                  <a:lnTo>
                    <a:pt x="749288" y="277894"/>
                  </a:lnTo>
                  <a:lnTo>
                    <a:pt x="749288" y="59969"/>
                  </a:lnTo>
                  <a:lnTo>
                    <a:pt x="720374" y="59969"/>
                  </a:lnTo>
                  <a:lnTo>
                    <a:pt x="720374" y="3748"/>
                  </a:lnTo>
                  <a:close/>
                </a:path>
                <a:path w="1001394" h="283210">
                  <a:moveTo>
                    <a:pt x="702436" y="3748"/>
                  </a:moveTo>
                  <a:lnTo>
                    <a:pt x="687444" y="3748"/>
                  </a:lnTo>
                  <a:lnTo>
                    <a:pt x="571119" y="187538"/>
                  </a:lnTo>
                  <a:lnTo>
                    <a:pt x="571119" y="227027"/>
                  </a:lnTo>
                  <a:lnTo>
                    <a:pt x="701901" y="227027"/>
                  </a:lnTo>
                  <a:lnTo>
                    <a:pt x="701901" y="214980"/>
                  </a:lnTo>
                  <a:lnTo>
                    <a:pt x="702436" y="197310"/>
                  </a:lnTo>
                  <a:lnTo>
                    <a:pt x="702436" y="186200"/>
                  </a:lnTo>
                  <a:lnTo>
                    <a:pt x="621986" y="186200"/>
                  </a:lnTo>
                  <a:lnTo>
                    <a:pt x="621986" y="184058"/>
                  </a:lnTo>
                  <a:lnTo>
                    <a:pt x="700295" y="59969"/>
                  </a:lnTo>
                  <a:lnTo>
                    <a:pt x="702436" y="59969"/>
                  </a:lnTo>
                  <a:lnTo>
                    <a:pt x="702436" y="3748"/>
                  </a:lnTo>
                  <a:close/>
                </a:path>
                <a:path w="1001394" h="283210">
                  <a:moveTo>
                    <a:pt x="784359" y="186200"/>
                  </a:moveTo>
                  <a:lnTo>
                    <a:pt x="749288" y="186200"/>
                  </a:lnTo>
                  <a:lnTo>
                    <a:pt x="749288" y="227027"/>
                  </a:lnTo>
                  <a:lnTo>
                    <a:pt x="784359" y="227027"/>
                  </a:lnTo>
                  <a:lnTo>
                    <a:pt x="784359" y="186200"/>
                  </a:lnTo>
                  <a:close/>
                </a:path>
                <a:path w="1001394" h="283210">
                  <a:moveTo>
                    <a:pt x="749288" y="3748"/>
                  </a:moveTo>
                  <a:lnTo>
                    <a:pt x="720374" y="3748"/>
                  </a:lnTo>
                  <a:lnTo>
                    <a:pt x="720374" y="59969"/>
                  </a:lnTo>
                  <a:lnTo>
                    <a:pt x="749288" y="59969"/>
                  </a:lnTo>
                  <a:lnTo>
                    <a:pt x="749288" y="3748"/>
                  </a:lnTo>
                  <a:close/>
                </a:path>
                <a:path w="1001394" h="283210">
                  <a:moveTo>
                    <a:pt x="1001393" y="3748"/>
                  </a:moveTo>
                  <a:lnTo>
                    <a:pt x="814657" y="3748"/>
                  </a:lnTo>
                  <a:lnTo>
                    <a:pt x="814657" y="45244"/>
                  </a:lnTo>
                  <a:lnTo>
                    <a:pt x="949990" y="45244"/>
                  </a:lnTo>
                  <a:lnTo>
                    <a:pt x="949990" y="47118"/>
                  </a:lnTo>
                  <a:lnTo>
                    <a:pt x="833398" y="277894"/>
                  </a:lnTo>
                  <a:lnTo>
                    <a:pt x="884934" y="277894"/>
                  </a:lnTo>
                  <a:lnTo>
                    <a:pt x="1001393" y="46181"/>
                  </a:lnTo>
                  <a:lnTo>
                    <a:pt x="1001393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297963" y="5335962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4">
                  <a:moveTo>
                    <a:pt x="145545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1455453" y="887931"/>
                  </a:lnTo>
                  <a:lnTo>
                    <a:pt x="1455453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297963" y="5335974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4">
                  <a:moveTo>
                    <a:pt x="1455445" y="0"/>
                  </a:moveTo>
                  <a:lnTo>
                    <a:pt x="1444980" y="0"/>
                  </a:lnTo>
                  <a:lnTo>
                    <a:pt x="1444980" y="877455"/>
                  </a:lnTo>
                  <a:lnTo>
                    <a:pt x="0" y="877455"/>
                  </a:lnTo>
                  <a:lnTo>
                    <a:pt x="0" y="887920"/>
                  </a:lnTo>
                  <a:lnTo>
                    <a:pt x="1444980" y="887920"/>
                  </a:lnTo>
                  <a:lnTo>
                    <a:pt x="1455445" y="887920"/>
                  </a:lnTo>
                  <a:lnTo>
                    <a:pt x="1455445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527460" y="5613024"/>
              <a:ext cx="942975" cy="283210"/>
            </a:xfrm>
            <a:custGeom>
              <a:avLst/>
              <a:gdLst/>
              <a:ahLst/>
              <a:cxnLst/>
              <a:rect l="l" t="t" r="r" b="b"/>
              <a:pathLst>
                <a:path w="942975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42975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42975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42975" h="283210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942975" h="283210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942975" h="283210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942975" h="283210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942975" h="283210">
                  <a:moveTo>
                    <a:pt x="684767" y="0"/>
                  </a:moveTo>
                  <a:lnTo>
                    <a:pt x="640568" y="9336"/>
                  </a:lnTo>
                  <a:lnTo>
                    <a:pt x="607295" y="36945"/>
                  </a:lnTo>
                  <a:lnTo>
                    <a:pt x="586343" y="81404"/>
                  </a:lnTo>
                  <a:lnTo>
                    <a:pt x="579994" y="119554"/>
                  </a:lnTo>
                  <a:lnTo>
                    <a:pt x="579151" y="141089"/>
                  </a:lnTo>
                  <a:lnTo>
                    <a:pt x="579944" y="162757"/>
                  </a:lnTo>
                  <a:lnTo>
                    <a:pt x="586270" y="201175"/>
                  </a:lnTo>
                  <a:lnTo>
                    <a:pt x="607248" y="245902"/>
                  </a:lnTo>
                  <a:lnTo>
                    <a:pt x="640442" y="273703"/>
                  </a:lnTo>
                  <a:lnTo>
                    <a:pt x="684767" y="283115"/>
                  </a:lnTo>
                  <a:lnTo>
                    <a:pt x="700705" y="282069"/>
                  </a:lnTo>
                  <a:lnTo>
                    <a:pt x="741390" y="266382"/>
                  </a:lnTo>
                  <a:lnTo>
                    <a:pt x="765312" y="241217"/>
                  </a:lnTo>
                  <a:lnTo>
                    <a:pt x="684767" y="241217"/>
                  </a:lnTo>
                  <a:lnTo>
                    <a:pt x="676493" y="240514"/>
                  </a:lnTo>
                  <a:lnTo>
                    <a:pt x="644185" y="215917"/>
                  </a:lnTo>
                  <a:lnTo>
                    <a:pt x="630921" y="171274"/>
                  </a:lnTo>
                  <a:lnTo>
                    <a:pt x="629348" y="141089"/>
                  </a:lnTo>
                  <a:lnTo>
                    <a:pt x="630272" y="119554"/>
                  </a:lnTo>
                  <a:lnTo>
                    <a:pt x="637832" y="80927"/>
                  </a:lnTo>
                  <a:lnTo>
                    <a:pt x="661827" y="47763"/>
                  </a:lnTo>
                  <a:lnTo>
                    <a:pt x="684767" y="41362"/>
                  </a:lnTo>
                  <a:lnTo>
                    <a:pt x="765155" y="41362"/>
                  </a:lnTo>
                  <a:lnTo>
                    <a:pt x="762306" y="36945"/>
                  </a:lnTo>
                  <a:lnTo>
                    <a:pt x="728966" y="9336"/>
                  </a:lnTo>
                  <a:lnTo>
                    <a:pt x="700654" y="1037"/>
                  </a:lnTo>
                  <a:lnTo>
                    <a:pt x="684767" y="0"/>
                  </a:lnTo>
                  <a:close/>
                </a:path>
                <a:path w="942975" h="283210">
                  <a:moveTo>
                    <a:pt x="765155" y="41362"/>
                  </a:moveTo>
                  <a:lnTo>
                    <a:pt x="684767" y="41362"/>
                  </a:lnTo>
                  <a:lnTo>
                    <a:pt x="692983" y="42074"/>
                  </a:lnTo>
                  <a:lnTo>
                    <a:pt x="700629" y="44207"/>
                  </a:lnTo>
                  <a:lnTo>
                    <a:pt x="729727" y="75781"/>
                  </a:lnTo>
                  <a:lnTo>
                    <a:pt x="739892" y="125410"/>
                  </a:lnTo>
                  <a:lnTo>
                    <a:pt x="740319" y="141089"/>
                  </a:lnTo>
                  <a:lnTo>
                    <a:pt x="739444" y="162757"/>
                  </a:lnTo>
                  <a:lnTo>
                    <a:pt x="731886" y="201703"/>
                  </a:lnTo>
                  <a:lnTo>
                    <a:pt x="707757" y="234892"/>
                  </a:lnTo>
                  <a:lnTo>
                    <a:pt x="684767" y="241217"/>
                  </a:lnTo>
                  <a:lnTo>
                    <a:pt x="765312" y="241217"/>
                  </a:lnTo>
                  <a:lnTo>
                    <a:pt x="783230" y="201175"/>
                  </a:lnTo>
                  <a:lnTo>
                    <a:pt x="789588" y="162757"/>
                  </a:lnTo>
                  <a:lnTo>
                    <a:pt x="790383" y="141089"/>
                  </a:lnTo>
                  <a:lnTo>
                    <a:pt x="789588" y="119554"/>
                  </a:lnTo>
                  <a:lnTo>
                    <a:pt x="787204" y="99659"/>
                  </a:lnTo>
                  <a:lnTo>
                    <a:pt x="783230" y="81404"/>
                  </a:lnTo>
                  <a:lnTo>
                    <a:pt x="777666" y="64788"/>
                  </a:lnTo>
                  <a:lnTo>
                    <a:pt x="770680" y="49930"/>
                  </a:lnTo>
                  <a:lnTo>
                    <a:pt x="765155" y="41362"/>
                  </a:lnTo>
                  <a:close/>
                </a:path>
                <a:path w="942975" h="283210">
                  <a:moveTo>
                    <a:pt x="942595" y="52071"/>
                  </a:moveTo>
                  <a:lnTo>
                    <a:pt x="892932" y="52071"/>
                  </a:lnTo>
                  <a:lnTo>
                    <a:pt x="892932" y="277894"/>
                  </a:lnTo>
                  <a:lnTo>
                    <a:pt x="942595" y="277894"/>
                  </a:lnTo>
                  <a:lnTo>
                    <a:pt x="942595" y="52071"/>
                  </a:lnTo>
                  <a:close/>
                </a:path>
                <a:path w="942975" h="283210">
                  <a:moveTo>
                    <a:pt x="942595" y="3748"/>
                  </a:moveTo>
                  <a:lnTo>
                    <a:pt x="895342" y="3748"/>
                  </a:lnTo>
                  <a:lnTo>
                    <a:pt x="827207" y="47520"/>
                  </a:lnTo>
                  <a:lnTo>
                    <a:pt x="827207" y="93033"/>
                  </a:lnTo>
                  <a:lnTo>
                    <a:pt x="891326" y="52071"/>
                  </a:lnTo>
                  <a:lnTo>
                    <a:pt x="942595" y="52071"/>
                  </a:lnTo>
                  <a:lnTo>
                    <a:pt x="942595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6753416" y="5335962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4">
                  <a:moveTo>
                    <a:pt x="2146531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46531" y="887931"/>
                  </a:lnTo>
                  <a:lnTo>
                    <a:pt x="2146531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6753409" y="5335974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4">
                  <a:moveTo>
                    <a:pt x="2146528" y="0"/>
                  </a:moveTo>
                  <a:lnTo>
                    <a:pt x="2136063" y="0"/>
                  </a:lnTo>
                  <a:lnTo>
                    <a:pt x="2136063" y="877455"/>
                  </a:lnTo>
                  <a:lnTo>
                    <a:pt x="0" y="877455"/>
                  </a:lnTo>
                  <a:lnTo>
                    <a:pt x="0" y="887920"/>
                  </a:lnTo>
                  <a:lnTo>
                    <a:pt x="2136063" y="887920"/>
                  </a:lnTo>
                  <a:lnTo>
                    <a:pt x="2146528" y="887920"/>
                  </a:lnTo>
                  <a:lnTo>
                    <a:pt x="2146528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982913" y="5613024"/>
              <a:ext cx="1002030" cy="283210"/>
            </a:xfrm>
            <a:custGeom>
              <a:avLst/>
              <a:gdLst/>
              <a:ahLst/>
              <a:cxnLst/>
              <a:rect l="l" t="t" r="r" b="b"/>
              <a:pathLst>
                <a:path w="1002030" h="283210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1002030" h="283210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1002030" h="283210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1002030" h="283210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1002030" h="283210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1002030" h="283210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1002030" h="283210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1002030" h="283210">
                  <a:moveTo>
                    <a:pt x="684767" y="0"/>
                  </a:moveTo>
                  <a:lnTo>
                    <a:pt x="640568" y="9336"/>
                  </a:lnTo>
                  <a:lnTo>
                    <a:pt x="607295" y="36945"/>
                  </a:lnTo>
                  <a:lnTo>
                    <a:pt x="586343" y="81404"/>
                  </a:lnTo>
                  <a:lnTo>
                    <a:pt x="579994" y="119554"/>
                  </a:lnTo>
                  <a:lnTo>
                    <a:pt x="579151" y="141089"/>
                  </a:lnTo>
                  <a:lnTo>
                    <a:pt x="579944" y="162757"/>
                  </a:lnTo>
                  <a:lnTo>
                    <a:pt x="586270" y="201175"/>
                  </a:lnTo>
                  <a:lnTo>
                    <a:pt x="607248" y="245902"/>
                  </a:lnTo>
                  <a:lnTo>
                    <a:pt x="640442" y="273703"/>
                  </a:lnTo>
                  <a:lnTo>
                    <a:pt x="684767" y="283115"/>
                  </a:lnTo>
                  <a:lnTo>
                    <a:pt x="700705" y="282069"/>
                  </a:lnTo>
                  <a:lnTo>
                    <a:pt x="741390" y="266382"/>
                  </a:lnTo>
                  <a:lnTo>
                    <a:pt x="765312" y="241217"/>
                  </a:lnTo>
                  <a:lnTo>
                    <a:pt x="684767" y="241217"/>
                  </a:lnTo>
                  <a:lnTo>
                    <a:pt x="676493" y="240514"/>
                  </a:lnTo>
                  <a:lnTo>
                    <a:pt x="644185" y="215917"/>
                  </a:lnTo>
                  <a:lnTo>
                    <a:pt x="630921" y="171274"/>
                  </a:lnTo>
                  <a:lnTo>
                    <a:pt x="629348" y="141089"/>
                  </a:lnTo>
                  <a:lnTo>
                    <a:pt x="630272" y="119554"/>
                  </a:lnTo>
                  <a:lnTo>
                    <a:pt x="637832" y="80927"/>
                  </a:lnTo>
                  <a:lnTo>
                    <a:pt x="661827" y="47763"/>
                  </a:lnTo>
                  <a:lnTo>
                    <a:pt x="684767" y="41362"/>
                  </a:lnTo>
                  <a:lnTo>
                    <a:pt x="765155" y="41362"/>
                  </a:lnTo>
                  <a:lnTo>
                    <a:pt x="762306" y="36945"/>
                  </a:lnTo>
                  <a:lnTo>
                    <a:pt x="728966" y="9336"/>
                  </a:lnTo>
                  <a:lnTo>
                    <a:pt x="700654" y="1037"/>
                  </a:lnTo>
                  <a:lnTo>
                    <a:pt x="684767" y="0"/>
                  </a:lnTo>
                  <a:close/>
                </a:path>
                <a:path w="1002030" h="283210">
                  <a:moveTo>
                    <a:pt x="765155" y="41362"/>
                  </a:moveTo>
                  <a:lnTo>
                    <a:pt x="684767" y="41362"/>
                  </a:lnTo>
                  <a:lnTo>
                    <a:pt x="692983" y="42074"/>
                  </a:lnTo>
                  <a:lnTo>
                    <a:pt x="700629" y="44207"/>
                  </a:lnTo>
                  <a:lnTo>
                    <a:pt x="729727" y="75781"/>
                  </a:lnTo>
                  <a:lnTo>
                    <a:pt x="739892" y="125410"/>
                  </a:lnTo>
                  <a:lnTo>
                    <a:pt x="740319" y="141089"/>
                  </a:lnTo>
                  <a:lnTo>
                    <a:pt x="739444" y="162757"/>
                  </a:lnTo>
                  <a:lnTo>
                    <a:pt x="731886" y="201703"/>
                  </a:lnTo>
                  <a:lnTo>
                    <a:pt x="707757" y="234892"/>
                  </a:lnTo>
                  <a:lnTo>
                    <a:pt x="684767" y="241217"/>
                  </a:lnTo>
                  <a:lnTo>
                    <a:pt x="765312" y="241217"/>
                  </a:lnTo>
                  <a:lnTo>
                    <a:pt x="783230" y="201175"/>
                  </a:lnTo>
                  <a:lnTo>
                    <a:pt x="789588" y="162757"/>
                  </a:lnTo>
                  <a:lnTo>
                    <a:pt x="790383" y="141089"/>
                  </a:lnTo>
                  <a:lnTo>
                    <a:pt x="789588" y="119554"/>
                  </a:lnTo>
                  <a:lnTo>
                    <a:pt x="787204" y="99659"/>
                  </a:lnTo>
                  <a:lnTo>
                    <a:pt x="783230" y="81404"/>
                  </a:lnTo>
                  <a:lnTo>
                    <a:pt x="777666" y="64788"/>
                  </a:lnTo>
                  <a:lnTo>
                    <a:pt x="770680" y="49930"/>
                  </a:lnTo>
                  <a:lnTo>
                    <a:pt x="765155" y="41362"/>
                  </a:lnTo>
                  <a:close/>
                </a:path>
                <a:path w="1002030" h="283210">
                  <a:moveTo>
                    <a:pt x="1001761" y="3748"/>
                  </a:moveTo>
                  <a:lnTo>
                    <a:pt x="815025" y="3748"/>
                  </a:lnTo>
                  <a:lnTo>
                    <a:pt x="815025" y="45244"/>
                  </a:lnTo>
                  <a:lnTo>
                    <a:pt x="950359" y="45244"/>
                  </a:lnTo>
                  <a:lnTo>
                    <a:pt x="950359" y="47118"/>
                  </a:lnTo>
                  <a:lnTo>
                    <a:pt x="833766" y="277894"/>
                  </a:lnTo>
                  <a:lnTo>
                    <a:pt x="885302" y="277894"/>
                  </a:lnTo>
                  <a:lnTo>
                    <a:pt x="1001761" y="46181"/>
                  </a:lnTo>
                  <a:lnTo>
                    <a:pt x="1001761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052050" y="6223894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5">
                  <a:moveTo>
                    <a:pt x="312032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3120323" y="887931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0052037" y="6223895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5">
                  <a:moveTo>
                    <a:pt x="3120326" y="0"/>
                  </a:moveTo>
                  <a:lnTo>
                    <a:pt x="3109861" y="0"/>
                  </a:lnTo>
                  <a:lnTo>
                    <a:pt x="3109861" y="877468"/>
                  </a:lnTo>
                  <a:lnTo>
                    <a:pt x="10477" y="877468"/>
                  </a:lnTo>
                  <a:lnTo>
                    <a:pt x="10477" y="0"/>
                  </a:lnTo>
                  <a:lnTo>
                    <a:pt x="0" y="0"/>
                  </a:lnTo>
                  <a:lnTo>
                    <a:pt x="0" y="887933"/>
                  </a:lnTo>
                  <a:lnTo>
                    <a:pt x="10477" y="887933"/>
                  </a:lnTo>
                  <a:lnTo>
                    <a:pt x="3109861" y="887933"/>
                  </a:lnTo>
                  <a:lnTo>
                    <a:pt x="3120326" y="887933"/>
                  </a:lnTo>
                  <a:lnTo>
                    <a:pt x="3120326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88507" y="6504704"/>
              <a:ext cx="2655372" cy="278296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3172374" y="6223894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5">
                  <a:moveTo>
                    <a:pt x="2125589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25589" y="887931"/>
                  </a:lnTo>
                  <a:lnTo>
                    <a:pt x="2125589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172364" y="6223895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5">
                  <a:moveTo>
                    <a:pt x="2125599" y="0"/>
                  </a:moveTo>
                  <a:lnTo>
                    <a:pt x="2115121" y="0"/>
                  </a:lnTo>
                  <a:lnTo>
                    <a:pt x="2115121" y="877468"/>
                  </a:lnTo>
                  <a:lnTo>
                    <a:pt x="0" y="877468"/>
                  </a:lnTo>
                  <a:lnTo>
                    <a:pt x="0" y="887933"/>
                  </a:lnTo>
                  <a:lnTo>
                    <a:pt x="2115121" y="887933"/>
                  </a:lnTo>
                  <a:lnTo>
                    <a:pt x="2125599" y="887933"/>
                  </a:lnTo>
                  <a:lnTo>
                    <a:pt x="212559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401870" y="6500956"/>
              <a:ext cx="1004673" cy="28311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15297963" y="6223894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5">
                  <a:moveTo>
                    <a:pt x="145545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1455453" y="887931"/>
                  </a:lnTo>
                  <a:lnTo>
                    <a:pt x="1455453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5297963" y="6223895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5">
                  <a:moveTo>
                    <a:pt x="1455445" y="0"/>
                  </a:moveTo>
                  <a:lnTo>
                    <a:pt x="1444980" y="0"/>
                  </a:lnTo>
                  <a:lnTo>
                    <a:pt x="1444980" y="877468"/>
                  </a:lnTo>
                  <a:lnTo>
                    <a:pt x="0" y="877468"/>
                  </a:lnTo>
                  <a:lnTo>
                    <a:pt x="0" y="887933"/>
                  </a:lnTo>
                  <a:lnTo>
                    <a:pt x="1444980" y="887933"/>
                  </a:lnTo>
                  <a:lnTo>
                    <a:pt x="1455445" y="887933"/>
                  </a:lnTo>
                  <a:lnTo>
                    <a:pt x="1455445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5527460" y="6500956"/>
              <a:ext cx="872490" cy="283210"/>
            </a:xfrm>
            <a:custGeom>
              <a:avLst/>
              <a:gdLst/>
              <a:ahLst/>
              <a:cxnLst/>
              <a:rect l="l" t="t" r="r" b="b"/>
              <a:pathLst>
                <a:path w="872490" h="283209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872490" h="283209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872490" h="283209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872490" h="283209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872490" h="283209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872490" h="283209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872490" h="283209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872490" h="283209">
                  <a:moveTo>
                    <a:pt x="694940" y="52071"/>
                  </a:moveTo>
                  <a:lnTo>
                    <a:pt x="645278" y="52071"/>
                  </a:lnTo>
                  <a:lnTo>
                    <a:pt x="645278" y="277894"/>
                  </a:lnTo>
                  <a:lnTo>
                    <a:pt x="694940" y="277894"/>
                  </a:lnTo>
                  <a:lnTo>
                    <a:pt x="694940" y="52071"/>
                  </a:lnTo>
                  <a:close/>
                </a:path>
                <a:path w="872490" h="283209">
                  <a:moveTo>
                    <a:pt x="694940" y="3748"/>
                  </a:moveTo>
                  <a:lnTo>
                    <a:pt x="647687" y="3748"/>
                  </a:lnTo>
                  <a:lnTo>
                    <a:pt x="579552" y="47520"/>
                  </a:lnTo>
                  <a:lnTo>
                    <a:pt x="579552" y="93033"/>
                  </a:lnTo>
                  <a:lnTo>
                    <a:pt x="643672" y="52071"/>
                  </a:lnTo>
                  <a:lnTo>
                    <a:pt x="694940" y="52071"/>
                  </a:lnTo>
                  <a:lnTo>
                    <a:pt x="694940" y="3748"/>
                  </a:lnTo>
                  <a:close/>
                </a:path>
                <a:path w="872490" h="283209">
                  <a:moveTo>
                    <a:pt x="872284" y="52071"/>
                  </a:moveTo>
                  <a:lnTo>
                    <a:pt x="822622" y="52071"/>
                  </a:lnTo>
                  <a:lnTo>
                    <a:pt x="822622" y="277894"/>
                  </a:lnTo>
                  <a:lnTo>
                    <a:pt x="872284" y="277894"/>
                  </a:lnTo>
                  <a:lnTo>
                    <a:pt x="872284" y="52071"/>
                  </a:lnTo>
                  <a:close/>
                </a:path>
                <a:path w="872490" h="283209">
                  <a:moveTo>
                    <a:pt x="872284" y="3748"/>
                  </a:moveTo>
                  <a:lnTo>
                    <a:pt x="825031" y="3748"/>
                  </a:lnTo>
                  <a:lnTo>
                    <a:pt x="756896" y="47520"/>
                  </a:lnTo>
                  <a:lnTo>
                    <a:pt x="756896" y="93033"/>
                  </a:lnTo>
                  <a:lnTo>
                    <a:pt x="821016" y="52071"/>
                  </a:lnTo>
                  <a:lnTo>
                    <a:pt x="872284" y="52071"/>
                  </a:lnTo>
                  <a:lnTo>
                    <a:pt x="872284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753416" y="6223894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5">
                  <a:moveTo>
                    <a:pt x="2146531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46531" y="887931"/>
                  </a:lnTo>
                  <a:lnTo>
                    <a:pt x="2146531" y="0"/>
                  </a:lnTo>
                  <a:close/>
                </a:path>
              </a:pathLst>
            </a:custGeom>
            <a:solidFill>
              <a:srgbClr val="FFE37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753409" y="6223895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5">
                  <a:moveTo>
                    <a:pt x="2146528" y="0"/>
                  </a:moveTo>
                  <a:lnTo>
                    <a:pt x="2136063" y="0"/>
                  </a:lnTo>
                  <a:lnTo>
                    <a:pt x="2136063" y="877468"/>
                  </a:lnTo>
                  <a:lnTo>
                    <a:pt x="0" y="877468"/>
                  </a:lnTo>
                  <a:lnTo>
                    <a:pt x="0" y="887933"/>
                  </a:lnTo>
                  <a:lnTo>
                    <a:pt x="2136063" y="887933"/>
                  </a:lnTo>
                  <a:lnTo>
                    <a:pt x="2146528" y="887933"/>
                  </a:lnTo>
                  <a:lnTo>
                    <a:pt x="2146528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6982913" y="6500956"/>
              <a:ext cx="942975" cy="283210"/>
            </a:xfrm>
            <a:custGeom>
              <a:avLst/>
              <a:gdLst/>
              <a:ahLst/>
              <a:cxnLst/>
              <a:rect l="l" t="t" r="r" b="b"/>
              <a:pathLst>
                <a:path w="942975" h="283209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42975" h="283209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42975" h="283209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42975" h="283209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942975" h="283209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942975" h="283209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942975" h="283209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942975" h="283209">
                  <a:moveTo>
                    <a:pt x="684767" y="0"/>
                  </a:moveTo>
                  <a:lnTo>
                    <a:pt x="640568" y="9336"/>
                  </a:lnTo>
                  <a:lnTo>
                    <a:pt x="607295" y="36945"/>
                  </a:lnTo>
                  <a:lnTo>
                    <a:pt x="586343" y="81404"/>
                  </a:lnTo>
                  <a:lnTo>
                    <a:pt x="579994" y="119554"/>
                  </a:lnTo>
                  <a:lnTo>
                    <a:pt x="579151" y="141089"/>
                  </a:lnTo>
                  <a:lnTo>
                    <a:pt x="579944" y="162757"/>
                  </a:lnTo>
                  <a:lnTo>
                    <a:pt x="586270" y="201175"/>
                  </a:lnTo>
                  <a:lnTo>
                    <a:pt x="607248" y="245902"/>
                  </a:lnTo>
                  <a:lnTo>
                    <a:pt x="640442" y="273703"/>
                  </a:lnTo>
                  <a:lnTo>
                    <a:pt x="684767" y="283115"/>
                  </a:lnTo>
                  <a:lnTo>
                    <a:pt x="700705" y="282069"/>
                  </a:lnTo>
                  <a:lnTo>
                    <a:pt x="741390" y="266382"/>
                  </a:lnTo>
                  <a:lnTo>
                    <a:pt x="765312" y="241217"/>
                  </a:lnTo>
                  <a:lnTo>
                    <a:pt x="684767" y="241217"/>
                  </a:lnTo>
                  <a:lnTo>
                    <a:pt x="676493" y="240514"/>
                  </a:lnTo>
                  <a:lnTo>
                    <a:pt x="644185" y="215917"/>
                  </a:lnTo>
                  <a:lnTo>
                    <a:pt x="630921" y="171274"/>
                  </a:lnTo>
                  <a:lnTo>
                    <a:pt x="629348" y="141089"/>
                  </a:lnTo>
                  <a:lnTo>
                    <a:pt x="630272" y="119554"/>
                  </a:lnTo>
                  <a:lnTo>
                    <a:pt x="637832" y="80927"/>
                  </a:lnTo>
                  <a:lnTo>
                    <a:pt x="661827" y="47763"/>
                  </a:lnTo>
                  <a:lnTo>
                    <a:pt x="684767" y="41362"/>
                  </a:lnTo>
                  <a:lnTo>
                    <a:pt x="765155" y="41362"/>
                  </a:lnTo>
                  <a:lnTo>
                    <a:pt x="762306" y="36945"/>
                  </a:lnTo>
                  <a:lnTo>
                    <a:pt x="728966" y="9336"/>
                  </a:lnTo>
                  <a:lnTo>
                    <a:pt x="700654" y="1037"/>
                  </a:lnTo>
                  <a:lnTo>
                    <a:pt x="684767" y="0"/>
                  </a:lnTo>
                  <a:close/>
                </a:path>
                <a:path w="942975" h="283209">
                  <a:moveTo>
                    <a:pt x="765155" y="41362"/>
                  </a:moveTo>
                  <a:lnTo>
                    <a:pt x="684767" y="41362"/>
                  </a:lnTo>
                  <a:lnTo>
                    <a:pt x="692983" y="42074"/>
                  </a:lnTo>
                  <a:lnTo>
                    <a:pt x="700629" y="44207"/>
                  </a:lnTo>
                  <a:lnTo>
                    <a:pt x="729727" y="75781"/>
                  </a:lnTo>
                  <a:lnTo>
                    <a:pt x="739892" y="125410"/>
                  </a:lnTo>
                  <a:lnTo>
                    <a:pt x="740319" y="141089"/>
                  </a:lnTo>
                  <a:lnTo>
                    <a:pt x="739444" y="162757"/>
                  </a:lnTo>
                  <a:lnTo>
                    <a:pt x="731886" y="201703"/>
                  </a:lnTo>
                  <a:lnTo>
                    <a:pt x="707757" y="234892"/>
                  </a:lnTo>
                  <a:lnTo>
                    <a:pt x="684767" y="241217"/>
                  </a:lnTo>
                  <a:lnTo>
                    <a:pt x="765312" y="241217"/>
                  </a:lnTo>
                  <a:lnTo>
                    <a:pt x="783230" y="201175"/>
                  </a:lnTo>
                  <a:lnTo>
                    <a:pt x="789588" y="162757"/>
                  </a:lnTo>
                  <a:lnTo>
                    <a:pt x="790383" y="141089"/>
                  </a:lnTo>
                  <a:lnTo>
                    <a:pt x="789588" y="119554"/>
                  </a:lnTo>
                  <a:lnTo>
                    <a:pt x="787204" y="99659"/>
                  </a:lnTo>
                  <a:lnTo>
                    <a:pt x="783230" y="81404"/>
                  </a:lnTo>
                  <a:lnTo>
                    <a:pt x="777666" y="64788"/>
                  </a:lnTo>
                  <a:lnTo>
                    <a:pt x="770680" y="49930"/>
                  </a:lnTo>
                  <a:lnTo>
                    <a:pt x="765155" y="41362"/>
                  </a:lnTo>
                  <a:close/>
                </a:path>
                <a:path w="942975" h="283209">
                  <a:moveTo>
                    <a:pt x="942595" y="52071"/>
                  </a:moveTo>
                  <a:lnTo>
                    <a:pt x="892932" y="52071"/>
                  </a:lnTo>
                  <a:lnTo>
                    <a:pt x="892932" y="277894"/>
                  </a:lnTo>
                  <a:lnTo>
                    <a:pt x="942595" y="277894"/>
                  </a:lnTo>
                  <a:lnTo>
                    <a:pt x="942595" y="52071"/>
                  </a:lnTo>
                  <a:close/>
                </a:path>
                <a:path w="942975" h="283209">
                  <a:moveTo>
                    <a:pt x="942595" y="3748"/>
                  </a:moveTo>
                  <a:lnTo>
                    <a:pt x="895342" y="3748"/>
                  </a:lnTo>
                  <a:lnTo>
                    <a:pt x="827207" y="47520"/>
                  </a:lnTo>
                  <a:lnTo>
                    <a:pt x="827207" y="93033"/>
                  </a:lnTo>
                  <a:lnTo>
                    <a:pt x="891326" y="52071"/>
                  </a:lnTo>
                  <a:lnTo>
                    <a:pt x="942595" y="52071"/>
                  </a:lnTo>
                  <a:lnTo>
                    <a:pt x="942595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052050" y="7111825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5">
                  <a:moveTo>
                    <a:pt x="3120323" y="0"/>
                  </a:moveTo>
                  <a:lnTo>
                    <a:pt x="0" y="0"/>
                  </a:lnTo>
                  <a:lnTo>
                    <a:pt x="0" y="762280"/>
                  </a:lnTo>
                  <a:lnTo>
                    <a:pt x="9874" y="811189"/>
                  </a:lnTo>
                  <a:lnTo>
                    <a:pt x="36802" y="851128"/>
                  </a:lnTo>
                  <a:lnTo>
                    <a:pt x="76741" y="878056"/>
                  </a:lnTo>
                  <a:lnTo>
                    <a:pt x="125650" y="887931"/>
                  </a:lnTo>
                  <a:lnTo>
                    <a:pt x="3120323" y="887931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0052050" y="7111825"/>
              <a:ext cx="3120390" cy="888365"/>
            </a:xfrm>
            <a:custGeom>
              <a:avLst/>
              <a:gdLst/>
              <a:ahLst/>
              <a:cxnLst/>
              <a:rect l="l" t="t" r="r" b="b"/>
              <a:pathLst>
                <a:path w="3120390" h="888365">
                  <a:moveTo>
                    <a:pt x="10470" y="0"/>
                  </a:moveTo>
                  <a:lnTo>
                    <a:pt x="0" y="0"/>
                  </a:lnTo>
                  <a:lnTo>
                    <a:pt x="0" y="762280"/>
                  </a:lnTo>
                  <a:lnTo>
                    <a:pt x="9874" y="811189"/>
                  </a:lnTo>
                  <a:lnTo>
                    <a:pt x="36802" y="851128"/>
                  </a:lnTo>
                  <a:lnTo>
                    <a:pt x="76741" y="878056"/>
                  </a:lnTo>
                  <a:lnTo>
                    <a:pt x="125650" y="887930"/>
                  </a:lnTo>
                  <a:lnTo>
                    <a:pt x="125650" y="877460"/>
                  </a:lnTo>
                  <a:lnTo>
                    <a:pt x="80817" y="868408"/>
                  </a:lnTo>
                  <a:lnTo>
                    <a:pt x="44206" y="843724"/>
                  </a:lnTo>
                  <a:lnTo>
                    <a:pt x="19522" y="807113"/>
                  </a:lnTo>
                  <a:lnTo>
                    <a:pt x="10470" y="762280"/>
                  </a:lnTo>
                  <a:lnTo>
                    <a:pt x="10470" y="0"/>
                  </a:lnTo>
                  <a:close/>
                </a:path>
                <a:path w="3120390" h="888365">
                  <a:moveTo>
                    <a:pt x="3109853" y="877460"/>
                  </a:moveTo>
                  <a:lnTo>
                    <a:pt x="125650" y="877460"/>
                  </a:lnTo>
                  <a:lnTo>
                    <a:pt x="125650" y="887930"/>
                  </a:lnTo>
                  <a:lnTo>
                    <a:pt x="3120323" y="887930"/>
                  </a:lnTo>
                  <a:lnTo>
                    <a:pt x="3109853" y="877460"/>
                  </a:lnTo>
                  <a:close/>
                </a:path>
                <a:path w="3120390" h="888365">
                  <a:moveTo>
                    <a:pt x="3120323" y="0"/>
                  </a:moveTo>
                  <a:lnTo>
                    <a:pt x="3109853" y="0"/>
                  </a:lnTo>
                  <a:lnTo>
                    <a:pt x="3109853" y="877460"/>
                  </a:lnTo>
                  <a:lnTo>
                    <a:pt x="3120323" y="887930"/>
                  </a:lnTo>
                  <a:lnTo>
                    <a:pt x="3120323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72042" y="7388887"/>
              <a:ext cx="1546297" cy="281910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13172374" y="7111825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5">
                  <a:moveTo>
                    <a:pt x="2125589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125589" y="887931"/>
                  </a:lnTo>
                  <a:lnTo>
                    <a:pt x="2125589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3172364" y="7111828"/>
              <a:ext cx="2125980" cy="888365"/>
            </a:xfrm>
            <a:custGeom>
              <a:avLst/>
              <a:gdLst/>
              <a:ahLst/>
              <a:cxnLst/>
              <a:rect l="l" t="t" r="r" b="b"/>
              <a:pathLst>
                <a:path w="2125980" h="888365">
                  <a:moveTo>
                    <a:pt x="2125599" y="0"/>
                  </a:moveTo>
                  <a:lnTo>
                    <a:pt x="2115121" y="0"/>
                  </a:lnTo>
                  <a:lnTo>
                    <a:pt x="2115121" y="877468"/>
                  </a:lnTo>
                  <a:lnTo>
                    <a:pt x="0" y="877468"/>
                  </a:lnTo>
                  <a:lnTo>
                    <a:pt x="0" y="887933"/>
                  </a:lnTo>
                  <a:lnTo>
                    <a:pt x="2115121" y="887933"/>
                  </a:lnTo>
                  <a:lnTo>
                    <a:pt x="2125599" y="887933"/>
                  </a:lnTo>
                  <a:lnTo>
                    <a:pt x="2125599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401870" y="7388887"/>
              <a:ext cx="1015917" cy="283115"/>
            </a:xfrm>
            <a:prstGeom prst="rect">
              <a:avLst/>
            </a:prstGeom>
          </p:spPr>
        </p:pic>
        <p:sp>
          <p:nvSpPr>
            <p:cNvPr id="77" name="object 77"/>
            <p:cNvSpPr/>
            <p:nvPr/>
          </p:nvSpPr>
          <p:spPr>
            <a:xfrm>
              <a:off x="15297963" y="7111825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5">
                  <a:moveTo>
                    <a:pt x="1455453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1455453" y="887931"/>
                  </a:lnTo>
                  <a:lnTo>
                    <a:pt x="1455453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5297963" y="7111828"/>
              <a:ext cx="1456055" cy="888365"/>
            </a:xfrm>
            <a:custGeom>
              <a:avLst/>
              <a:gdLst/>
              <a:ahLst/>
              <a:cxnLst/>
              <a:rect l="l" t="t" r="r" b="b"/>
              <a:pathLst>
                <a:path w="1456055" h="888365">
                  <a:moveTo>
                    <a:pt x="1455445" y="0"/>
                  </a:moveTo>
                  <a:lnTo>
                    <a:pt x="1444980" y="0"/>
                  </a:lnTo>
                  <a:lnTo>
                    <a:pt x="1444980" y="877468"/>
                  </a:lnTo>
                  <a:lnTo>
                    <a:pt x="0" y="877468"/>
                  </a:lnTo>
                  <a:lnTo>
                    <a:pt x="0" y="887933"/>
                  </a:lnTo>
                  <a:lnTo>
                    <a:pt x="1444980" y="887933"/>
                  </a:lnTo>
                  <a:lnTo>
                    <a:pt x="1455445" y="887933"/>
                  </a:lnTo>
                  <a:lnTo>
                    <a:pt x="1455445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5527460" y="7388887"/>
              <a:ext cx="960755" cy="283210"/>
            </a:xfrm>
            <a:custGeom>
              <a:avLst/>
              <a:gdLst/>
              <a:ahLst/>
              <a:cxnLst/>
              <a:rect l="l" t="t" r="r" b="b"/>
              <a:pathLst>
                <a:path w="960755" h="283209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60755" h="283209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60755" h="283209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60755" h="283209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960755" h="283209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960755" h="283209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960755" h="283209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960755" h="283209">
                  <a:moveTo>
                    <a:pt x="694940" y="52071"/>
                  </a:moveTo>
                  <a:lnTo>
                    <a:pt x="645278" y="52071"/>
                  </a:lnTo>
                  <a:lnTo>
                    <a:pt x="645278" y="277894"/>
                  </a:lnTo>
                  <a:lnTo>
                    <a:pt x="694940" y="277894"/>
                  </a:lnTo>
                  <a:lnTo>
                    <a:pt x="694940" y="52071"/>
                  </a:lnTo>
                  <a:close/>
                </a:path>
                <a:path w="960755" h="283209">
                  <a:moveTo>
                    <a:pt x="694940" y="3748"/>
                  </a:moveTo>
                  <a:lnTo>
                    <a:pt x="647687" y="3748"/>
                  </a:lnTo>
                  <a:lnTo>
                    <a:pt x="579552" y="47520"/>
                  </a:lnTo>
                  <a:lnTo>
                    <a:pt x="579552" y="93033"/>
                  </a:lnTo>
                  <a:lnTo>
                    <a:pt x="643672" y="52071"/>
                  </a:lnTo>
                  <a:lnTo>
                    <a:pt x="694940" y="52071"/>
                  </a:lnTo>
                  <a:lnTo>
                    <a:pt x="694940" y="3748"/>
                  </a:lnTo>
                  <a:close/>
                </a:path>
                <a:path w="960755" h="283209">
                  <a:moveTo>
                    <a:pt x="808968" y="203334"/>
                  </a:moveTo>
                  <a:lnTo>
                    <a:pt x="758637" y="203334"/>
                  </a:lnTo>
                  <a:lnTo>
                    <a:pt x="759773" y="214311"/>
                  </a:lnTo>
                  <a:lnTo>
                    <a:pt x="759799" y="214570"/>
                  </a:lnTo>
                  <a:lnTo>
                    <a:pt x="779502" y="252511"/>
                  </a:lnTo>
                  <a:lnTo>
                    <a:pt x="819409" y="276071"/>
                  </a:lnTo>
                  <a:lnTo>
                    <a:pt x="859166" y="281643"/>
                  </a:lnTo>
                  <a:lnTo>
                    <a:pt x="872915" y="281023"/>
                  </a:lnTo>
                  <a:lnTo>
                    <a:pt x="873297" y="281023"/>
                  </a:lnTo>
                  <a:lnTo>
                    <a:pt x="886242" y="279166"/>
                  </a:lnTo>
                  <a:lnTo>
                    <a:pt x="886548" y="279166"/>
                  </a:lnTo>
                  <a:lnTo>
                    <a:pt x="899575" y="275845"/>
                  </a:lnTo>
                  <a:lnTo>
                    <a:pt x="940135" y="251507"/>
                  </a:lnTo>
                  <a:lnTo>
                    <a:pt x="949044" y="240012"/>
                  </a:lnTo>
                  <a:lnTo>
                    <a:pt x="849840" y="240012"/>
                  </a:lnTo>
                  <a:lnTo>
                    <a:pt x="841541" y="238495"/>
                  </a:lnTo>
                  <a:lnTo>
                    <a:pt x="809414" y="210741"/>
                  </a:lnTo>
                  <a:lnTo>
                    <a:pt x="808968" y="203334"/>
                  </a:lnTo>
                  <a:close/>
                </a:path>
                <a:path w="960755" h="283209">
                  <a:moveTo>
                    <a:pt x="940476" y="40292"/>
                  </a:moveTo>
                  <a:lnTo>
                    <a:pt x="868268" y="40292"/>
                  </a:lnTo>
                  <a:lnTo>
                    <a:pt x="875720" y="41898"/>
                  </a:lnTo>
                  <a:lnTo>
                    <a:pt x="888481" y="48323"/>
                  </a:lnTo>
                  <a:lnTo>
                    <a:pt x="893434" y="52830"/>
                  </a:lnTo>
                  <a:lnTo>
                    <a:pt x="896915" y="58631"/>
                  </a:lnTo>
                  <a:lnTo>
                    <a:pt x="900484" y="64342"/>
                  </a:lnTo>
                  <a:lnTo>
                    <a:pt x="902225" y="71080"/>
                  </a:lnTo>
                  <a:lnTo>
                    <a:pt x="902161" y="87009"/>
                  </a:lnTo>
                  <a:lnTo>
                    <a:pt x="900217" y="93791"/>
                  </a:lnTo>
                  <a:lnTo>
                    <a:pt x="867499" y="117496"/>
                  </a:lnTo>
                  <a:lnTo>
                    <a:pt x="854079" y="118734"/>
                  </a:lnTo>
                  <a:lnTo>
                    <a:pt x="829850" y="118734"/>
                  </a:lnTo>
                  <a:lnTo>
                    <a:pt x="829850" y="157018"/>
                  </a:lnTo>
                  <a:lnTo>
                    <a:pt x="854079" y="157018"/>
                  </a:lnTo>
                  <a:lnTo>
                    <a:pt x="862462" y="157353"/>
                  </a:lnTo>
                  <a:lnTo>
                    <a:pt x="898432" y="170895"/>
                  </a:lnTo>
                  <a:lnTo>
                    <a:pt x="909319" y="190885"/>
                  </a:lnTo>
                  <a:lnTo>
                    <a:pt x="909319" y="207216"/>
                  </a:lnTo>
                  <a:lnTo>
                    <a:pt x="879237" y="237151"/>
                  </a:lnTo>
                  <a:lnTo>
                    <a:pt x="859032" y="240012"/>
                  </a:lnTo>
                  <a:lnTo>
                    <a:pt x="949044" y="240012"/>
                  </a:lnTo>
                  <a:lnTo>
                    <a:pt x="952986" y="233553"/>
                  </a:lnTo>
                  <a:lnTo>
                    <a:pt x="957085" y="223547"/>
                  </a:lnTo>
                  <a:lnTo>
                    <a:pt x="959545" y="212938"/>
                  </a:lnTo>
                  <a:lnTo>
                    <a:pt x="960247" y="203334"/>
                  </a:lnTo>
                  <a:lnTo>
                    <a:pt x="960365" y="201728"/>
                  </a:lnTo>
                  <a:lnTo>
                    <a:pt x="944971" y="158758"/>
                  </a:lnTo>
                  <a:lnTo>
                    <a:pt x="900663" y="137341"/>
                  </a:lnTo>
                  <a:lnTo>
                    <a:pt x="900663" y="135199"/>
                  </a:lnTo>
                  <a:lnTo>
                    <a:pt x="936537" y="114718"/>
                  </a:lnTo>
                  <a:lnTo>
                    <a:pt x="950065" y="77639"/>
                  </a:lnTo>
                  <a:lnTo>
                    <a:pt x="950191" y="75899"/>
                  </a:lnTo>
                  <a:lnTo>
                    <a:pt x="949551" y="66478"/>
                  </a:lnTo>
                  <a:lnTo>
                    <a:pt x="949497" y="65683"/>
                  </a:lnTo>
                  <a:lnTo>
                    <a:pt x="947435" y="56020"/>
                  </a:lnTo>
                  <a:lnTo>
                    <a:pt x="943942" y="46608"/>
                  </a:lnTo>
                  <a:lnTo>
                    <a:pt x="940476" y="40292"/>
                  </a:lnTo>
                  <a:close/>
                </a:path>
                <a:path w="960755" h="283209">
                  <a:moveTo>
                    <a:pt x="859969" y="0"/>
                  </a:moveTo>
                  <a:lnTo>
                    <a:pt x="846450" y="644"/>
                  </a:lnTo>
                  <a:lnTo>
                    <a:pt x="846810" y="644"/>
                  </a:lnTo>
                  <a:lnTo>
                    <a:pt x="833969" y="2576"/>
                  </a:lnTo>
                  <a:lnTo>
                    <a:pt x="834257" y="2576"/>
                  </a:lnTo>
                  <a:lnTo>
                    <a:pt x="822948" y="5571"/>
                  </a:lnTo>
                  <a:lnTo>
                    <a:pt x="811913" y="9905"/>
                  </a:lnTo>
                  <a:lnTo>
                    <a:pt x="777645" y="37213"/>
                  </a:lnTo>
                  <a:lnTo>
                    <a:pt x="764393" y="77639"/>
                  </a:lnTo>
                  <a:lnTo>
                    <a:pt x="812181" y="77639"/>
                  </a:lnTo>
                  <a:lnTo>
                    <a:pt x="812410" y="71080"/>
                  </a:lnTo>
                  <a:lnTo>
                    <a:pt x="812449" y="69964"/>
                  </a:lnTo>
                  <a:lnTo>
                    <a:pt x="814769" y="63360"/>
                  </a:lnTo>
                  <a:lnTo>
                    <a:pt x="819142" y="57827"/>
                  </a:lnTo>
                  <a:lnTo>
                    <a:pt x="823514" y="52205"/>
                  </a:lnTo>
                  <a:lnTo>
                    <a:pt x="829270" y="47877"/>
                  </a:lnTo>
                  <a:lnTo>
                    <a:pt x="843339" y="41898"/>
                  </a:lnTo>
                  <a:lnTo>
                    <a:pt x="843092" y="41898"/>
                  </a:lnTo>
                  <a:lnTo>
                    <a:pt x="851313" y="40292"/>
                  </a:lnTo>
                  <a:lnTo>
                    <a:pt x="940476" y="40292"/>
                  </a:lnTo>
                  <a:lnTo>
                    <a:pt x="939081" y="37748"/>
                  </a:lnTo>
                  <a:lnTo>
                    <a:pt x="907624" y="10307"/>
                  </a:lnTo>
                  <a:lnTo>
                    <a:pt x="873238" y="644"/>
                  </a:lnTo>
                  <a:lnTo>
                    <a:pt x="8599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6753416" y="7111825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5">
                  <a:moveTo>
                    <a:pt x="2146531" y="0"/>
                  </a:moveTo>
                  <a:lnTo>
                    <a:pt x="0" y="0"/>
                  </a:lnTo>
                  <a:lnTo>
                    <a:pt x="0" y="887931"/>
                  </a:lnTo>
                  <a:lnTo>
                    <a:pt x="2020880" y="887931"/>
                  </a:lnTo>
                  <a:lnTo>
                    <a:pt x="2069789" y="878056"/>
                  </a:lnTo>
                  <a:lnTo>
                    <a:pt x="2109729" y="851128"/>
                  </a:lnTo>
                  <a:lnTo>
                    <a:pt x="2136657" y="811189"/>
                  </a:lnTo>
                  <a:lnTo>
                    <a:pt x="2146531" y="762280"/>
                  </a:lnTo>
                  <a:lnTo>
                    <a:pt x="2146531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6753417" y="7111825"/>
              <a:ext cx="2146935" cy="888365"/>
            </a:xfrm>
            <a:custGeom>
              <a:avLst/>
              <a:gdLst/>
              <a:ahLst/>
              <a:cxnLst/>
              <a:rect l="l" t="t" r="r" b="b"/>
              <a:pathLst>
                <a:path w="2146934" h="888365">
                  <a:moveTo>
                    <a:pt x="2020880" y="877460"/>
                  </a:moveTo>
                  <a:lnTo>
                    <a:pt x="0" y="877460"/>
                  </a:lnTo>
                  <a:lnTo>
                    <a:pt x="0" y="887931"/>
                  </a:lnTo>
                  <a:lnTo>
                    <a:pt x="2020880" y="887931"/>
                  </a:lnTo>
                  <a:lnTo>
                    <a:pt x="2020880" y="877460"/>
                  </a:lnTo>
                  <a:close/>
                </a:path>
                <a:path w="2146934" h="888365">
                  <a:moveTo>
                    <a:pt x="2146531" y="0"/>
                  </a:moveTo>
                  <a:lnTo>
                    <a:pt x="2136060" y="0"/>
                  </a:lnTo>
                  <a:lnTo>
                    <a:pt x="2136060" y="762280"/>
                  </a:lnTo>
                  <a:lnTo>
                    <a:pt x="2127009" y="807113"/>
                  </a:lnTo>
                  <a:lnTo>
                    <a:pt x="2102325" y="843724"/>
                  </a:lnTo>
                  <a:lnTo>
                    <a:pt x="2065714" y="868408"/>
                  </a:lnTo>
                  <a:lnTo>
                    <a:pt x="2020880" y="877460"/>
                  </a:lnTo>
                  <a:lnTo>
                    <a:pt x="2020880" y="887931"/>
                  </a:lnTo>
                  <a:lnTo>
                    <a:pt x="2069789" y="878056"/>
                  </a:lnTo>
                  <a:lnTo>
                    <a:pt x="2109729" y="851128"/>
                  </a:lnTo>
                  <a:lnTo>
                    <a:pt x="2136657" y="811189"/>
                  </a:lnTo>
                  <a:lnTo>
                    <a:pt x="2146531" y="762280"/>
                  </a:lnTo>
                  <a:lnTo>
                    <a:pt x="2146531" y="0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982913" y="7388887"/>
              <a:ext cx="991869" cy="283210"/>
            </a:xfrm>
            <a:custGeom>
              <a:avLst/>
              <a:gdLst/>
              <a:ahLst/>
              <a:cxnLst/>
              <a:rect l="l" t="t" r="r" b="b"/>
              <a:pathLst>
                <a:path w="991869" h="283209">
                  <a:moveTo>
                    <a:pt x="105616" y="0"/>
                  </a:moveTo>
                  <a:lnTo>
                    <a:pt x="61416" y="9336"/>
                  </a:lnTo>
                  <a:lnTo>
                    <a:pt x="28144" y="36945"/>
                  </a:lnTo>
                  <a:lnTo>
                    <a:pt x="7192" y="81404"/>
                  </a:lnTo>
                  <a:lnTo>
                    <a:pt x="843" y="119554"/>
                  </a:lnTo>
                  <a:lnTo>
                    <a:pt x="0" y="141089"/>
                  </a:lnTo>
                  <a:lnTo>
                    <a:pt x="793" y="162757"/>
                  </a:lnTo>
                  <a:lnTo>
                    <a:pt x="7119" y="201175"/>
                  </a:lnTo>
                  <a:lnTo>
                    <a:pt x="28097" y="245902"/>
                  </a:lnTo>
                  <a:lnTo>
                    <a:pt x="61291" y="273703"/>
                  </a:lnTo>
                  <a:lnTo>
                    <a:pt x="105616" y="283115"/>
                  </a:lnTo>
                  <a:lnTo>
                    <a:pt x="121553" y="282069"/>
                  </a:lnTo>
                  <a:lnTo>
                    <a:pt x="162239" y="266382"/>
                  </a:lnTo>
                  <a:lnTo>
                    <a:pt x="186161" y="241217"/>
                  </a:lnTo>
                  <a:lnTo>
                    <a:pt x="105616" y="241217"/>
                  </a:lnTo>
                  <a:lnTo>
                    <a:pt x="97341" y="240514"/>
                  </a:lnTo>
                  <a:lnTo>
                    <a:pt x="65034" y="215917"/>
                  </a:lnTo>
                  <a:lnTo>
                    <a:pt x="51770" y="171274"/>
                  </a:lnTo>
                  <a:lnTo>
                    <a:pt x="50197" y="141089"/>
                  </a:lnTo>
                  <a:lnTo>
                    <a:pt x="51121" y="119554"/>
                  </a:lnTo>
                  <a:lnTo>
                    <a:pt x="58681" y="80927"/>
                  </a:lnTo>
                  <a:lnTo>
                    <a:pt x="82676" y="47763"/>
                  </a:lnTo>
                  <a:lnTo>
                    <a:pt x="105616" y="41362"/>
                  </a:lnTo>
                  <a:lnTo>
                    <a:pt x="186004" y="41362"/>
                  </a:lnTo>
                  <a:lnTo>
                    <a:pt x="183154" y="36945"/>
                  </a:lnTo>
                  <a:lnTo>
                    <a:pt x="149815" y="9336"/>
                  </a:lnTo>
                  <a:lnTo>
                    <a:pt x="121503" y="1037"/>
                  </a:lnTo>
                  <a:lnTo>
                    <a:pt x="105616" y="0"/>
                  </a:lnTo>
                  <a:close/>
                </a:path>
                <a:path w="991869" h="283209">
                  <a:moveTo>
                    <a:pt x="186004" y="41362"/>
                  </a:moveTo>
                  <a:lnTo>
                    <a:pt x="105616" y="41362"/>
                  </a:lnTo>
                  <a:lnTo>
                    <a:pt x="113831" y="42074"/>
                  </a:lnTo>
                  <a:lnTo>
                    <a:pt x="121478" y="44207"/>
                  </a:lnTo>
                  <a:lnTo>
                    <a:pt x="150576" y="75781"/>
                  </a:lnTo>
                  <a:lnTo>
                    <a:pt x="160741" y="125410"/>
                  </a:lnTo>
                  <a:lnTo>
                    <a:pt x="161168" y="141089"/>
                  </a:lnTo>
                  <a:lnTo>
                    <a:pt x="160293" y="162757"/>
                  </a:lnTo>
                  <a:lnTo>
                    <a:pt x="160231" y="164288"/>
                  </a:lnTo>
                  <a:lnTo>
                    <a:pt x="152735" y="201703"/>
                  </a:lnTo>
                  <a:lnTo>
                    <a:pt x="128606" y="234892"/>
                  </a:lnTo>
                  <a:lnTo>
                    <a:pt x="105616" y="241217"/>
                  </a:lnTo>
                  <a:lnTo>
                    <a:pt x="186161" y="241217"/>
                  </a:lnTo>
                  <a:lnTo>
                    <a:pt x="204079" y="201175"/>
                  </a:lnTo>
                  <a:lnTo>
                    <a:pt x="210437" y="162757"/>
                  </a:lnTo>
                  <a:lnTo>
                    <a:pt x="211232" y="141089"/>
                  </a:lnTo>
                  <a:lnTo>
                    <a:pt x="210437" y="119554"/>
                  </a:lnTo>
                  <a:lnTo>
                    <a:pt x="208053" y="99659"/>
                  </a:lnTo>
                  <a:lnTo>
                    <a:pt x="204079" y="81404"/>
                  </a:lnTo>
                  <a:lnTo>
                    <a:pt x="198515" y="64788"/>
                  </a:lnTo>
                  <a:lnTo>
                    <a:pt x="191529" y="49930"/>
                  </a:lnTo>
                  <a:lnTo>
                    <a:pt x="186004" y="41362"/>
                  </a:lnTo>
                  <a:close/>
                </a:path>
                <a:path w="991869" h="283209">
                  <a:moveTo>
                    <a:pt x="279502" y="222208"/>
                  </a:moveTo>
                  <a:lnTo>
                    <a:pt x="263528" y="222208"/>
                  </a:lnTo>
                  <a:lnTo>
                    <a:pt x="256567" y="225064"/>
                  </a:lnTo>
                  <a:lnTo>
                    <a:pt x="244966" y="236487"/>
                  </a:lnTo>
                  <a:lnTo>
                    <a:pt x="242110" y="243358"/>
                  </a:lnTo>
                  <a:lnTo>
                    <a:pt x="242110" y="259600"/>
                  </a:lnTo>
                  <a:lnTo>
                    <a:pt x="244966" y="266561"/>
                  </a:lnTo>
                  <a:lnTo>
                    <a:pt x="256567" y="277984"/>
                  </a:lnTo>
                  <a:lnTo>
                    <a:pt x="263528" y="280839"/>
                  </a:lnTo>
                  <a:lnTo>
                    <a:pt x="276914" y="280839"/>
                  </a:lnTo>
                  <a:lnTo>
                    <a:pt x="281733" y="279545"/>
                  </a:lnTo>
                  <a:lnTo>
                    <a:pt x="290567" y="274280"/>
                  </a:lnTo>
                  <a:lnTo>
                    <a:pt x="294137" y="270711"/>
                  </a:lnTo>
                  <a:lnTo>
                    <a:pt x="296814" y="266249"/>
                  </a:lnTo>
                  <a:lnTo>
                    <a:pt x="299581" y="261787"/>
                  </a:lnTo>
                  <a:lnTo>
                    <a:pt x="301009" y="256834"/>
                  </a:lnTo>
                  <a:lnTo>
                    <a:pt x="301009" y="243358"/>
                  </a:lnTo>
                  <a:lnTo>
                    <a:pt x="298019" y="236487"/>
                  </a:lnTo>
                  <a:lnTo>
                    <a:pt x="292129" y="230775"/>
                  </a:lnTo>
                  <a:lnTo>
                    <a:pt x="286329" y="225064"/>
                  </a:lnTo>
                  <a:lnTo>
                    <a:pt x="279502" y="222208"/>
                  </a:lnTo>
                  <a:close/>
                </a:path>
                <a:path w="991869" h="283209">
                  <a:moveTo>
                    <a:pt x="390562" y="203200"/>
                  </a:moveTo>
                  <a:lnTo>
                    <a:pt x="341703" y="203200"/>
                  </a:lnTo>
                  <a:lnTo>
                    <a:pt x="343639" y="213909"/>
                  </a:lnTo>
                  <a:lnTo>
                    <a:pt x="363464" y="251992"/>
                  </a:lnTo>
                  <a:lnTo>
                    <a:pt x="399761" y="275995"/>
                  </a:lnTo>
                  <a:lnTo>
                    <a:pt x="435138" y="281643"/>
                  </a:lnTo>
                  <a:lnTo>
                    <a:pt x="447211" y="281015"/>
                  </a:lnTo>
                  <a:lnTo>
                    <a:pt x="489260" y="266014"/>
                  </a:lnTo>
                  <a:lnTo>
                    <a:pt x="516035" y="238673"/>
                  </a:lnTo>
                  <a:lnTo>
                    <a:pt x="435138" y="238673"/>
                  </a:lnTo>
                  <a:lnTo>
                    <a:pt x="426680" y="238079"/>
                  </a:lnTo>
                  <a:lnTo>
                    <a:pt x="392922" y="210947"/>
                  </a:lnTo>
                  <a:lnTo>
                    <a:pt x="390562" y="203200"/>
                  </a:lnTo>
                  <a:close/>
                </a:path>
                <a:path w="991869" h="283209">
                  <a:moveTo>
                    <a:pt x="542319" y="145105"/>
                  </a:moveTo>
                  <a:lnTo>
                    <a:pt x="494438" y="145105"/>
                  </a:lnTo>
                  <a:lnTo>
                    <a:pt x="493510" y="165184"/>
                  </a:lnTo>
                  <a:lnTo>
                    <a:pt x="493476" y="165920"/>
                  </a:lnTo>
                  <a:lnTo>
                    <a:pt x="490590" y="184326"/>
                  </a:lnTo>
                  <a:lnTo>
                    <a:pt x="470527" y="224743"/>
                  </a:lnTo>
                  <a:lnTo>
                    <a:pt x="435138" y="238673"/>
                  </a:lnTo>
                  <a:lnTo>
                    <a:pt x="516035" y="238673"/>
                  </a:lnTo>
                  <a:lnTo>
                    <a:pt x="520089" y="232482"/>
                  </a:lnTo>
                  <a:lnTo>
                    <a:pt x="520198" y="232315"/>
                  </a:lnTo>
                  <a:lnTo>
                    <a:pt x="525996" y="221137"/>
                  </a:lnTo>
                  <a:lnTo>
                    <a:pt x="538462" y="181180"/>
                  </a:lnTo>
                  <a:lnTo>
                    <a:pt x="542215" y="149388"/>
                  </a:lnTo>
                  <a:lnTo>
                    <a:pt x="542319" y="145105"/>
                  </a:lnTo>
                  <a:close/>
                </a:path>
                <a:path w="991869" h="283209">
                  <a:moveTo>
                    <a:pt x="437949" y="0"/>
                  </a:moveTo>
                  <a:lnTo>
                    <a:pt x="397590" y="6751"/>
                  </a:lnTo>
                  <a:lnTo>
                    <a:pt x="358176" y="35774"/>
                  </a:lnTo>
                  <a:lnTo>
                    <a:pt x="339796" y="80927"/>
                  </a:lnTo>
                  <a:lnTo>
                    <a:pt x="339113" y="92497"/>
                  </a:lnTo>
                  <a:lnTo>
                    <a:pt x="339026" y="93970"/>
                  </a:lnTo>
                  <a:lnTo>
                    <a:pt x="350270" y="139884"/>
                  </a:lnTo>
                  <a:lnTo>
                    <a:pt x="380657" y="171475"/>
                  </a:lnTo>
                  <a:lnTo>
                    <a:pt x="424028" y="182987"/>
                  </a:lnTo>
                  <a:lnTo>
                    <a:pt x="431289" y="182703"/>
                  </a:lnTo>
                  <a:lnTo>
                    <a:pt x="470168" y="169425"/>
                  </a:lnTo>
                  <a:lnTo>
                    <a:pt x="492481" y="145238"/>
                  </a:lnTo>
                  <a:lnTo>
                    <a:pt x="437547" y="145238"/>
                  </a:lnTo>
                  <a:lnTo>
                    <a:pt x="430453" y="144803"/>
                  </a:lnTo>
                  <a:lnTo>
                    <a:pt x="397347" y="125051"/>
                  </a:lnTo>
                  <a:lnTo>
                    <a:pt x="387239" y="92497"/>
                  </a:lnTo>
                  <a:lnTo>
                    <a:pt x="387626" y="85712"/>
                  </a:lnTo>
                  <a:lnTo>
                    <a:pt x="388838" y="78977"/>
                  </a:lnTo>
                  <a:lnTo>
                    <a:pt x="390834" y="72619"/>
                  </a:lnTo>
                  <a:lnTo>
                    <a:pt x="390905" y="72393"/>
                  </a:lnTo>
                  <a:lnTo>
                    <a:pt x="393650" y="66528"/>
                  </a:lnTo>
                  <a:lnTo>
                    <a:pt x="393775" y="66261"/>
                  </a:lnTo>
                  <a:lnTo>
                    <a:pt x="424233" y="41965"/>
                  </a:lnTo>
                  <a:lnTo>
                    <a:pt x="438083" y="40158"/>
                  </a:lnTo>
                  <a:lnTo>
                    <a:pt x="519106" y="40158"/>
                  </a:lnTo>
                  <a:lnTo>
                    <a:pt x="517077" y="37121"/>
                  </a:lnTo>
                  <a:lnTo>
                    <a:pt x="485369" y="10842"/>
                  </a:lnTo>
                  <a:lnTo>
                    <a:pt x="447721" y="485"/>
                  </a:lnTo>
                  <a:lnTo>
                    <a:pt x="437949" y="0"/>
                  </a:lnTo>
                  <a:close/>
                </a:path>
                <a:path w="991869" h="283209">
                  <a:moveTo>
                    <a:pt x="519106" y="40158"/>
                  </a:moveTo>
                  <a:lnTo>
                    <a:pt x="438083" y="40158"/>
                  </a:lnTo>
                  <a:lnTo>
                    <a:pt x="445236" y="40610"/>
                  </a:lnTo>
                  <a:lnTo>
                    <a:pt x="451971" y="41965"/>
                  </a:lnTo>
                  <a:lnTo>
                    <a:pt x="482257" y="66528"/>
                  </a:lnTo>
                  <a:lnTo>
                    <a:pt x="485077" y="72393"/>
                  </a:lnTo>
                  <a:lnTo>
                    <a:pt x="485185" y="72619"/>
                  </a:lnTo>
                  <a:lnTo>
                    <a:pt x="487277" y="78977"/>
                  </a:lnTo>
                  <a:lnTo>
                    <a:pt x="488538" y="85712"/>
                  </a:lnTo>
                  <a:lnTo>
                    <a:pt x="488950" y="92497"/>
                  </a:lnTo>
                  <a:lnTo>
                    <a:pt x="488946" y="100027"/>
                  </a:lnTo>
                  <a:lnTo>
                    <a:pt x="487745" y="106240"/>
                  </a:lnTo>
                  <a:lnTo>
                    <a:pt x="485068" y="112576"/>
                  </a:lnTo>
                  <a:lnTo>
                    <a:pt x="482480" y="118912"/>
                  </a:lnTo>
                  <a:lnTo>
                    <a:pt x="451514" y="143855"/>
                  </a:lnTo>
                  <a:lnTo>
                    <a:pt x="444776" y="145238"/>
                  </a:lnTo>
                  <a:lnTo>
                    <a:pt x="492481" y="145238"/>
                  </a:lnTo>
                  <a:lnTo>
                    <a:pt x="492564" y="145105"/>
                  </a:lnTo>
                  <a:lnTo>
                    <a:pt x="542319" y="145105"/>
                  </a:lnTo>
                  <a:lnTo>
                    <a:pt x="542446" y="139884"/>
                  </a:lnTo>
                  <a:lnTo>
                    <a:pt x="542539" y="129485"/>
                  </a:lnTo>
                  <a:lnTo>
                    <a:pt x="542230" y="119403"/>
                  </a:lnTo>
                  <a:lnTo>
                    <a:pt x="542198" y="118366"/>
                  </a:lnTo>
                  <a:lnTo>
                    <a:pt x="542076" y="114400"/>
                  </a:lnTo>
                  <a:lnTo>
                    <a:pt x="533793" y="69473"/>
                  </a:lnTo>
                  <a:lnTo>
                    <a:pt x="523419" y="46617"/>
                  </a:lnTo>
                  <a:lnTo>
                    <a:pt x="519106" y="40158"/>
                  </a:lnTo>
                  <a:close/>
                </a:path>
                <a:path w="991869" h="283209">
                  <a:moveTo>
                    <a:pt x="756534" y="40292"/>
                  </a:moveTo>
                  <a:lnTo>
                    <a:pt x="682804" y="40292"/>
                  </a:lnTo>
                  <a:lnTo>
                    <a:pt x="690612" y="41987"/>
                  </a:lnTo>
                  <a:lnTo>
                    <a:pt x="704355" y="48769"/>
                  </a:lnTo>
                  <a:lnTo>
                    <a:pt x="709754" y="53588"/>
                  </a:lnTo>
                  <a:lnTo>
                    <a:pt x="714684" y="61408"/>
                  </a:lnTo>
                  <a:lnTo>
                    <a:pt x="717607" y="65993"/>
                  </a:lnTo>
                  <a:lnTo>
                    <a:pt x="719512" y="73180"/>
                  </a:lnTo>
                  <a:lnTo>
                    <a:pt x="719571" y="89642"/>
                  </a:lnTo>
                  <a:lnTo>
                    <a:pt x="718053" y="96781"/>
                  </a:lnTo>
                  <a:lnTo>
                    <a:pt x="696530" y="129769"/>
                  </a:lnTo>
                  <a:lnTo>
                    <a:pt x="583434" y="242020"/>
                  </a:lnTo>
                  <a:lnTo>
                    <a:pt x="583434" y="277894"/>
                  </a:lnTo>
                  <a:lnTo>
                    <a:pt x="771375" y="277894"/>
                  </a:lnTo>
                  <a:lnTo>
                    <a:pt x="771375" y="236398"/>
                  </a:lnTo>
                  <a:lnTo>
                    <a:pt x="651971" y="236398"/>
                  </a:lnTo>
                  <a:lnTo>
                    <a:pt x="651971" y="234524"/>
                  </a:lnTo>
                  <a:lnTo>
                    <a:pt x="699224" y="186468"/>
                  </a:lnTo>
                  <a:lnTo>
                    <a:pt x="711798" y="174094"/>
                  </a:lnTo>
                  <a:lnTo>
                    <a:pt x="722884" y="162674"/>
                  </a:lnTo>
                  <a:lnTo>
                    <a:pt x="753203" y="125427"/>
                  </a:lnTo>
                  <a:lnTo>
                    <a:pt x="766857" y="87176"/>
                  </a:lnTo>
                  <a:lnTo>
                    <a:pt x="767225" y="79513"/>
                  </a:lnTo>
                  <a:lnTo>
                    <a:pt x="766500" y="68358"/>
                  </a:lnTo>
                  <a:lnTo>
                    <a:pt x="764314" y="57760"/>
                  </a:lnTo>
                  <a:lnTo>
                    <a:pt x="760674" y="47838"/>
                  </a:lnTo>
                  <a:lnTo>
                    <a:pt x="756607" y="40425"/>
                  </a:lnTo>
                  <a:lnTo>
                    <a:pt x="756534" y="40292"/>
                  </a:lnTo>
                  <a:close/>
                </a:path>
                <a:path w="991869" h="283209">
                  <a:moveTo>
                    <a:pt x="674727" y="0"/>
                  </a:moveTo>
                  <a:lnTo>
                    <a:pt x="626537" y="10574"/>
                  </a:lnTo>
                  <a:lnTo>
                    <a:pt x="593837" y="40292"/>
                  </a:lnTo>
                  <a:lnTo>
                    <a:pt x="581828" y="85804"/>
                  </a:lnTo>
                  <a:lnTo>
                    <a:pt x="629081" y="85804"/>
                  </a:lnTo>
                  <a:lnTo>
                    <a:pt x="629081" y="76434"/>
                  </a:lnTo>
                  <a:lnTo>
                    <a:pt x="630910" y="68358"/>
                  </a:lnTo>
                  <a:lnTo>
                    <a:pt x="634569" y="61575"/>
                  </a:lnTo>
                  <a:lnTo>
                    <a:pt x="638317" y="54793"/>
                  </a:lnTo>
                  <a:lnTo>
                    <a:pt x="643582" y="49573"/>
                  </a:lnTo>
                  <a:lnTo>
                    <a:pt x="650365" y="45914"/>
                  </a:lnTo>
                  <a:lnTo>
                    <a:pt x="657147" y="42166"/>
                  </a:lnTo>
                  <a:lnTo>
                    <a:pt x="665045" y="40292"/>
                  </a:lnTo>
                  <a:lnTo>
                    <a:pt x="756534" y="40292"/>
                  </a:lnTo>
                  <a:lnTo>
                    <a:pt x="755579" y="38551"/>
                  </a:lnTo>
                  <a:lnTo>
                    <a:pt x="723185" y="10307"/>
                  </a:lnTo>
                  <a:lnTo>
                    <a:pt x="700872" y="2643"/>
                  </a:lnTo>
                  <a:lnTo>
                    <a:pt x="701063" y="2643"/>
                  </a:lnTo>
                  <a:lnTo>
                    <a:pt x="688205" y="660"/>
                  </a:lnTo>
                  <a:lnTo>
                    <a:pt x="688444" y="660"/>
                  </a:lnTo>
                  <a:lnTo>
                    <a:pt x="674727" y="0"/>
                  </a:lnTo>
                  <a:close/>
                </a:path>
                <a:path w="991869" h="283209">
                  <a:moveTo>
                    <a:pt x="991822" y="3748"/>
                  </a:moveTo>
                  <a:lnTo>
                    <a:pt x="805086" y="3748"/>
                  </a:lnTo>
                  <a:lnTo>
                    <a:pt x="805086" y="45244"/>
                  </a:lnTo>
                  <a:lnTo>
                    <a:pt x="940419" y="45244"/>
                  </a:lnTo>
                  <a:lnTo>
                    <a:pt x="940419" y="47118"/>
                  </a:lnTo>
                  <a:lnTo>
                    <a:pt x="823827" y="277894"/>
                  </a:lnTo>
                  <a:lnTo>
                    <a:pt x="875363" y="277894"/>
                  </a:lnTo>
                  <a:lnTo>
                    <a:pt x="991822" y="46181"/>
                  </a:lnTo>
                  <a:lnTo>
                    <a:pt x="991822" y="374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5791" y="747180"/>
            <a:ext cx="4490497" cy="2196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3367" y="1342415"/>
            <a:ext cx="5255849" cy="518308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052050" y="492131"/>
            <a:ext cx="41910" cy="3539490"/>
          </a:xfrm>
          <a:custGeom>
            <a:avLst/>
            <a:gdLst/>
            <a:ahLst/>
            <a:cxnLst/>
            <a:rect l="l" t="t" r="r" b="b"/>
            <a:pathLst>
              <a:path w="41909" h="3539490">
                <a:moveTo>
                  <a:pt x="41883" y="3539159"/>
                </a:moveTo>
                <a:lnTo>
                  <a:pt x="41883" y="0"/>
                </a:lnTo>
                <a:lnTo>
                  <a:pt x="0" y="0"/>
                </a:lnTo>
                <a:lnTo>
                  <a:pt x="0" y="3539159"/>
                </a:lnTo>
                <a:lnTo>
                  <a:pt x="41883" y="3539159"/>
                </a:lnTo>
                <a:close/>
              </a:path>
            </a:pathLst>
          </a:custGeom>
          <a:solidFill>
            <a:srgbClr val="FF929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8968" y="558705"/>
            <a:ext cx="2039957" cy="2193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11263" y="1012344"/>
            <a:ext cx="8062490" cy="29951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59918" y="4868961"/>
            <a:ext cx="9706510" cy="54658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5675" y="3256445"/>
            <a:ext cx="8062581" cy="707831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11057255"/>
            <a:ext cx="20104100" cy="251460"/>
            <a:chOff x="0" y="11057255"/>
            <a:chExt cx="20104100" cy="251460"/>
          </a:xfrm>
        </p:grpSpPr>
        <p:sp>
          <p:nvSpPr>
            <p:cNvPr id="10" name="object 10"/>
            <p:cNvSpPr/>
            <p:nvPr/>
          </p:nvSpPr>
          <p:spPr>
            <a:xfrm>
              <a:off x="0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33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33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50679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0136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376704" y="11057261"/>
              <a:ext cx="3350895" cy="251460"/>
            </a:xfrm>
            <a:custGeom>
              <a:avLst/>
              <a:gdLst/>
              <a:ahLst/>
              <a:cxnLst/>
              <a:rect l="l" t="t" r="r" b="b"/>
              <a:pathLst>
                <a:path w="3350895" h="251459">
                  <a:moveTo>
                    <a:pt x="3350679" y="0"/>
                  </a:moveTo>
                  <a:lnTo>
                    <a:pt x="1675345" y="0"/>
                  </a:lnTo>
                  <a:lnTo>
                    <a:pt x="0" y="0"/>
                  </a:lnTo>
                  <a:lnTo>
                    <a:pt x="0" y="251294"/>
                  </a:lnTo>
                  <a:lnTo>
                    <a:pt x="1675345" y="251294"/>
                  </a:lnTo>
                  <a:lnTo>
                    <a:pt x="3350679" y="251294"/>
                  </a:lnTo>
                  <a:lnTo>
                    <a:pt x="3350679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1727391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2733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078075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6753416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8428758" y="11057255"/>
              <a:ext cx="1675764" cy="251460"/>
            </a:xfrm>
            <a:custGeom>
              <a:avLst/>
              <a:gdLst/>
              <a:ahLst/>
              <a:cxnLst/>
              <a:rect l="l" t="t" r="r" b="b"/>
              <a:pathLst>
                <a:path w="1675765" h="251459">
                  <a:moveTo>
                    <a:pt x="1675341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675341" y="251301"/>
                  </a:lnTo>
                  <a:lnTo>
                    <a:pt x="1675341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7089" y="701675"/>
            <a:ext cx="9004961" cy="9004961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1421D4C5-ACA5-0D97-336E-5AA7AB505FFB}"/>
              </a:ext>
            </a:extLst>
          </p:cNvPr>
          <p:cNvSpPr/>
          <p:nvPr/>
        </p:nvSpPr>
        <p:spPr>
          <a:xfrm>
            <a:off x="2305607" y="5426210"/>
            <a:ext cx="273852" cy="456929"/>
          </a:xfrm>
          <a:prstGeom prst="ellipse">
            <a:avLst/>
          </a:prstGeom>
          <a:solidFill>
            <a:srgbClr val="E7E9ED"/>
          </a:solidFill>
          <a:ln>
            <a:solidFill>
              <a:srgbClr val="E7E9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AC3E5EE-A792-8420-5575-CBABE8BEC9AB}"/>
              </a:ext>
            </a:extLst>
          </p:cNvPr>
          <p:cNvSpPr/>
          <p:nvPr/>
        </p:nvSpPr>
        <p:spPr>
          <a:xfrm>
            <a:off x="1670050" y="4520583"/>
            <a:ext cx="2004243" cy="116511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ect 19"/>
          <p:cNvSpPr/>
          <p:nvPr/>
        </p:nvSpPr>
        <p:spPr>
          <a:xfrm>
            <a:off x="11985980" y="2291636"/>
            <a:ext cx="3074035" cy="219075"/>
          </a:xfrm>
          <a:custGeom>
            <a:avLst/>
            <a:gdLst/>
            <a:ahLst/>
            <a:cxnLst/>
            <a:rect l="l" t="t" r="r" b="b"/>
            <a:pathLst>
              <a:path w="3074034" h="219075">
                <a:moveTo>
                  <a:pt x="113900" y="2915"/>
                </a:moveTo>
                <a:lnTo>
                  <a:pt x="76731" y="2915"/>
                </a:lnTo>
                <a:lnTo>
                  <a:pt x="0" y="216140"/>
                </a:lnTo>
                <a:lnTo>
                  <a:pt x="34149" y="216140"/>
                </a:lnTo>
                <a:lnTo>
                  <a:pt x="53677" y="159710"/>
                </a:lnTo>
                <a:lnTo>
                  <a:pt x="39875" y="159710"/>
                </a:lnTo>
                <a:lnTo>
                  <a:pt x="39875" y="132641"/>
                </a:lnTo>
                <a:lnTo>
                  <a:pt x="63045" y="132641"/>
                </a:lnTo>
                <a:lnTo>
                  <a:pt x="94535" y="41645"/>
                </a:lnTo>
                <a:lnTo>
                  <a:pt x="127838" y="41645"/>
                </a:lnTo>
                <a:lnTo>
                  <a:pt x="113900" y="2915"/>
                </a:lnTo>
                <a:close/>
              </a:path>
              <a:path w="3074034" h="219075">
                <a:moveTo>
                  <a:pt x="127838" y="41645"/>
                </a:moveTo>
                <a:lnTo>
                  <a:pt x="96201" y="41645"/>
                </a:lnTo>
                <a:lnTo>
                  <a:pt x="156483" y="216140"/>
                </a:lnTo>
                <a:lnTo>
                  <a:pt x="190632" y="216140"/>
                </a:lnTo>
                <a:lnTo>
                  <a:pt x="170325" y="159710"/>
                </a:lnTo>
                <a:lnTo>
                  <a:pt x="150652" y="159710"/>
                </a:lnTo>
                <a:lnTo>
                  <a:pt x="150652" y="132641"/>
                </a:lnTo>
                <a:lnTo>
                  <a:pt x="160584" y="132641"/>
                </a:lnTo>
                <a:lnTo>
                  <a:pt x="127838" y="41645"/>
                </a:lnTo>
                <a:close/>
              </a:path>
              <a:path w="3074034" h="219075">
                <a:moveTo>
                  <a:pt x="63045" y="132641"/>
                </a:moveTo>
                <a:lnTo>
                  <a:pt x="39875" y="132641"/>
                </a:lnTo>
                <a:lnTo>
                  <a:pt x="39875" y="159710"/>
                </a:lnTo>
                <a:lnTo>
                  <a:pt x="53677" y="159710"/>
                </a:lnTo>
                <a:lnTo>
                  <a:pt x="63045" y="132641"/>
                </a:lnTo>
                <a:close/>
              </a:path>
              <a:path w="3074034" h="219075">
                <a:moveTo>
                  <a:pt x="127637" y="132641"/>
                </a:moveTo>
                <a:lnTo>
                  <a:pt x="63045" y="132641"/>
                </a:lnTo>
                <a:lnTo>
                  <a:pt x="53677" y="159710"/>
                </a:lnTo>
                <a:lnTo>
                  <a:pt x="136988" y="159710"/>
                </a:lnTo>
                <a:lnTo>
                  <a:pt x="127637" y="132641"/>
                </a:lnTo>
                <a:close/>
              </a:path>
              <a:path w="3074034" h="219075">
                <a:moveTo>
                  <a:pt x="160584" y="132641"/>
                </a:moveTo>
                <a:lnTo>
                  <a:pt x="150652" y="132641"/>
                </a:lnTo>
                <a:lnTo>
                  <a:pt x="150652" y="159710"/>
                </a:lnTo>
                <a:lnTo>
                  <a:pt x="170325" y="159710"/>
                </a:lnTo>
                <a:lnTo>
                  <a:pt x="160584" y="132641"/>
                </a:lnTo>
                <a:close/>
              </a:path>
              <a:path w="3074034" h="219075">
                <a:moveTo>
                  <a:pt x="315018" y="2915"/>
                </a:moveTo>
                <a:lnTo>
                  <a:pt x="239015" y="2915"/>
                </a:lnTo>
                <a:lnTo>
                  <a:pt x="239015" y="216140"/>
                </a:lnTo>
                <a:lnTo>
                  <a:pt x="271186" y="216140"/>
                </a:lnTo>
                <a:lnTo>
                  <a:pt x="271186" y="141178"/>
                </a:lnTo>
                <a:lnTo>
                  <a:pt x="262649" y="141178"/>
                </a:lnTo>
                <a:lnTo>
                  <a:pt x="262649" y="113900"/>
                </a:lnTo>
                <a:lnTo>
                  <a:pt x="271186" y="113900"/>
                </a:lnTo>
                <a:lnTo>
                  <a:pt x="271186" y="30505"/>
                </a:lnTo>
                <a:lnTo>
                  <a:pt x="376875" y="30505"/>
                </a:lnTo>
                <a:lnTo>
                  <a:pt x="337767" y="5179"/>
                </a:lnTo>
                <a:lnTo>
                  <a:pt x="326926" y="3481"/>
                </a:lnTo>
                <a:lnTo>
                  <a:pt x="315018" y="2915"/>
                </a:lnTo>
                <a:close/>
              </a:path>
              <a:path w="3074034" h="219075">
                <a:moveTo>
                  <a:pt x="271186" y="113900"/>
                </a:moveTo>
                <a:lnTo>
                  <a:pt x="262649" y="113900"/>
                </a:lnTo>
                <a:lnTo>
                  <a:pt x="262649" y="141178"/>
                </a:lnTo>
                <a:lnTo>
                  <a:pt x="271186" y="141178"/>
                </a:lnTo>
                <a:lnTo>
                  <a:pt x="271186" y="113900"/>
                </a:lnTo>
                <a:close/>
              </a:path>
              <a:path w="3074034" h="219075">
                <a:moveTo>
                  <a:pt x="376875" y="30505"/>
                </a:moveTo>
                <a:lnTo>
                  <a:pt x="311582" y="30505"/>
                </a:lnTo>
                <a:lnTo>
                  <a:pt x="319209" y="30837"/>
                </a:lnTo>
                <a:lnTo>
                  <a:pt x="326054" y="31832"/>
                </a:lnTo>
                <a:lnTo>
                  <a:pt x="354928" y="56742"/>
                </a:lnTo>
                <a:lnTo>
                  <a:pt x="356455" y="63891"/>
                </a:lnTo>
                <a:lnTo>
                  <a:pt x="356455" y="79994"/>
                </a:lnTo>
                <a:lnTo>
                  <a:pt x="332242" y="110855"/>
                </a:lnTo>
                <a:lnTo>
                  <a:pt x="311999" y="113900"/>
                </a:lnTo>
                <a:lnTo>
                  <a:pt x="271186" y="113900"/>
                </a:lnTo>
                <a:lnTo>
                  <a:pt x="271186" y="141178"/>
                </a:lnTo>
                <a:lnTo>
                  <a:pt x="314914" y="141178"/>
                </a:lnTo>
                <a:lnTo>
                  <a:pt x="326776" y="140612"/>
                </a:lnTo>
                <a:lnTo>
                  <a:pt x="363743" y="127136"/>
                </a:lnTo>
                <a:lnTo>
                  <a:pt x="386779" y="90631"/>
                </a:lnTo>
                <a:lnTo>
                  <a:pt x="388835" y="71942"/>
                </a:lnTo>
                <a:lnTo>
                  <a:pt x="388406" y="63891"/>
                </a:lnTo>
                <a:lnTo>
                  <a:pt x="388327" y="62403"/>
                </a:lnTo>
                <a:lnTo>
                  <a:pt x="386805" y="53358"/>
                </a:lnTo>
                <a:lnTo>
                  <a:pt x="384267" y="44808"/>
                </a:lnTo>
                <a:lnTo>
                  <a:pt x="380714" y="36752"/>
                </a:lnTo>
                <a:lnTo>
                  <a:pt x="376875" y="30505"/>
                </a:lnTo>
                <a:close/>
              </a:path>
              <a:path w="3074034" h="219075">
                <a:moveTo>
                  <a:pt x="520144" y="2915"/>
                </a:moveTo>
                <a:lnTo>
                  <a:pt x="444141" y="2915"/>
                </a:lnTo>
                <a:lnTo>
                  <a:pt x="444141" y="216140"/>
                </a:lnTo>
                <a:lnTo>
                  <a:pt x="476312" y="216140"/>
                </a:lnTo>
                <a:lnTo>
                  <a:pt x="476312" y="141178"/>
                </a:lnTo>
                <a:lnTo>
                  <a:pt x="467775" y="141178"/>
                </a:lnTo>
                <a:lnTo>
                  <a:pt x="467775" y="113900"/>
                </a:lnTo>
                <a:lnTo>
                  <a:pt x="476312" y="113900"/>
                </a:lnTo>
                <a:lnTo>
                  <a:pt x="476312" y="30505"/>
                </a:lnTo>
                <a:lnTo>
                  <a:pt x="582001" y="30505"/>
                </a:lnTo>
                <a:lnTo>
                  <a:pt x="542893" y="5179"/>
                </a:lnTo>
                <a:lnTo>
                  <a:pt x="532052" y="3481"/>
                </a:lnTo>
                <a:lnTo>
                  <a:pt x="520144" y="2915"/>
                </a:lnTo>
                <a:close/>
              </a:path>
              <a:path w="3074034" h="219075">
                <a:moveTo>
                  <a:pt x="476312" y="113900"/>
                </a:moveTo>
                <a:lnTo>
                  <a:pt x="467775" y="113900"/>
                </a:lnTo>
                <a:lnTo>
                  <a:pt x="467775" y="141178"/>
                </a:lnTo>
                <a:lnTo>
                  <a:pt x="476312" y="141178"/>
                </a:lnTo>
                <a:lnTo>
                  <a:pt x="476312" y="113900"/>
                </a:lnTo>
                <a:close/>
              </a:path>
              <a:path w="3074034" h="219075">
                <a:moveTo>
                  <a:pt x="582001" y="30505"/>
                </a:moveTo>
                <a:lnTo>
                  <a:pt x="516709" y="30505"/>
                </a:lnTo>
                <a:lnTo>
                  <a:pt x="524335" y="30837"/>
                </a:lnTo>
                <a:lnTo>
                  <a:pt x="531180" y="31832"/>
                </a:lnTo>
                <a:lnTo>
                  <a:pt x="560055" y="56742"/>
                </a:lnTo>
                <a:lnTo>
                  <a:pt x="561582" y="63891"/>
                </a:lnTo>
                <a:lnTo>
                  <a:pt x="561582" y="79994"/>
                </a:lnTo>
                <a:lnTo>
                  <a:pt x="537369" y="110855"/>
                </a:lnTo>
                <a:lnTo>
                  <a:pt x="517125" y="113900"/>
                </a:lnTo>
                <a:lnTo>
                  <a:pt x="476312" y="113900"/>
                </a:lnTo>
                <a:lnTo>
                  <a:pt x="476312" y="141178"/>
                </a:lnTo>
                <a:lnTo>
                  <a:pt x="520040" y="141178"/>
                </a:lnTo>
                <a:lnTo>
                  <a:pt x="531903" y="140612"/>
                </a:lnTo>
                <a:lnTo>
                  <a:pt x="568870" y="127136"/>
                </a:lnTo>
                <a:lnTo>
                  <a:pt x="591905" y="90631"/>
                </a:lnTo>
                <a:lnTo>
                  <a:pt x="593961" y="71942"/>
                </a:lnTo>
                <a:lnTo>
                  <a:pt x="593533" y="63891"/>
                </a:lnTo>
                <a:lnTo>
                  <a:pt x="593454" y="62403"/>
                </a:lnTo>
                <a:lnTo>
                  <a:pt x="591931" y="53358"/>
                </a:lnTo>
                <a:lnTo>
                  <a:pt x="589393" y="44808"/>
                </a:lnTo>
                <a:lnTo>
                  <a:pt x="585840" y="36752"/>
                </a:lnTo>
                <a:lnTo>
                  <a:pt x="582001" y="30505"/>
                </a:lnTo>
                <a:close/>
              </a:path>
              <a:path w="3074034" h="219075">
                <a:moveTo>
                  <a:pt x="815663" y="2915"/>
                </a:moveTo>
                <a:lnTo>
                  <a:pt x="744449" y="2915"/>
                </a:lnTo>
                <a:lnTo>
                  <a:pt x="744449" y="216140"/>
                </a:lnTo>
                <a:lnTo>
                  <a:pt x="813477" y="216140"/>
                </a:lnTo>
                <a:lnTo>
                  <a:pt x="829120" y="215340"/>
                </a:lnTo>
                <a:lnTo>
                  <a:pt x="868866" y="203334"/>
                </a:lnTo>
                <a:lnTo>
                  <a:pt x="888661" y="188029"/>
                </a:lnTo>
                <a:lnTo>
                  <a:pt x="776621" y="188029"/>
                </a:lnTo>
                <a:lnTo>
                  <a:pt x="776621" y="31025"/>
                </a:lnTo>
                <a:lnTo>
                  <a:pt x="889150" y="31025"/>
                </a:lnTo>
                <a:lnTo>
                  <a:pt x="880077" y="22768"/>
                </a:lnTo>
                <a:lnTo>
                  <a:pt x="869490" y="15721"/>
                </a:lnTo>
                <a:lnTo>
                  <a:pt x="857693" y="10118"/>
                </a:lnTo>
                <a:lnTo>
                  <a:pt x="844789" y="6116"/>
                </a:lnTo>
                <a:lnTo>
                  <a:pt x="830779" y="3715"/>
                </a:lnTo>
                <a:lnTo>
                  <a:pt x="815663" y="2915"/>
                </a:lnTo>
                <a:close/>
              </a:path>
              <a:path w="3074034" h="219075">
                <a:moveTo>
                  <a:pt x="889150" y="31025"/>
                </a:moveTo>
                <a:lnTo>
                  <a:pt x="813685" y="31025"/>
                </a:lnTo>
                <a:lnTo>
                  <a:pt x="824871" y="31592"/>
                </a:lnTo>
                <a:lnTo>
                  <a:pt x="835107" y="33290"/>
                </a:lnTo>
                <a:lnTo>
                  <a:pt x="871917" y="58414"/>
                </a:lnTo>
                <a:lnTo>
                  <a:pt x="883877" y="97144"/>
                </a:lnTo>
                <a:lnTo>
                  <a:pt x="884379" y="109215"/>
                </a:lnTo>
                <a:lnTo>
                  <a:pt x="883877" y="121383"/>
                </a:lnTo>
                <a:lnTo>
                  <a:pt x="871846" y="160341"/>
                </a:lnTo>
                <a:lnTo>
                  <a:pt x="834013" y="185739"/>
                </a:lnTo>
                <a:lnTo>
                  <a:pt x="811707" y="188029"/>
                </a:lnTo>
                <a:lnTo>
                  <a:pt x="888661" y="188029"/>
                </a:lnTo>
                <a:lnTo>
                  <a:pt x="909177" y="153919"/>
                </a:lnTo>
                <a:lnTo>
                  <a:pt x="916029" y="109215"/>
                </a:lnTo>
                <a:lnTo>
                  <a:pt x="915274" y="93201"/>
                </a:lnTo>
                <a:lnTo>
                  <a:pt x="903952" y="52265"/>
                </a:lnTo>
                <a:lnTo>
                  <a:pt x="889350" y="31208"/>
                </a:lnTo>
                <a:lnTo>
                  <a:pt x="889150" y="31025"/>
                </a:lnTo>
                <a:close/>
              </a:path>
              <a:path w="3074034" h="219075">
                <a:moveTo>
                  <a:pt x="1107308" y="2915"/>
                </a:moveTo>
                <a:lnTo>
                  <a:pt x="973626" y="2915"/>
                </a:lnTo>
                <a:lnTo>
                  <a:pt x="973626" y="216140"/>
                </a:lnTo>
                <a:lnTo>
                  <a:pt x="1108558" y="216140"/>
                </a:lnTo>
                <a:lnTo>
                  <a:pt x="1108558" y="188446"/>
                </a:lnTo>
                <a:lnTo>
                  <a:pt x="1005797" y="188446"/>
                </a:lnTo>
                <a:lnTo>
                  <a:pt x="1005797" y="123166"/>
                </a:lnTo>
                <a:lnTo>
                  <a:pt x="1100333" y="123166"/>
                </a:lnTo>
                <a:lnTo>
                  <a:pt x="1100333" y="95576"/>
                </a:lnTo>
                <a:lnTo>
                  <a:pt x="1005797" y="95576"/>
                </a:lnTo>
                <a:lnTo>
                  <a:pt x="1005797" y="30609"/>
                </a:lnTo>
                <a:lnTo>
                  <a:pt x="1107308" y="30609"/>
                </a:lnTo>
                <a:lnTo>
                  <a:pt x="1107308" y="2915"/>
                </a:lnTo>
                <a:close/>
              </a:path>
              <a:path w="3074034" h="219075">
                <a:moveTo>
                  <a:pt x="1186509" y="2915"/>
                </a:moveTo>
                <a:lnTo>
                  <a:pt x="1151735" y="2915"/>
                </a:lnTo>
                <a:lnTo>
                  <a:pt x="1228467" y="216140"/>
                </a:lnTo>
                <a:lnTo>
                  <a:pt x="1265635" y="216140"/>
                </a:lnTo>
                <a:lnTo>
                  <a:pt x="1279873" y="176577"/>
                </a:lnTo>
                <a:lnTo>
                  <a:pt x="1245854" y="176577"/>
                </a:lnTo>
                <a:lnTo>
                  <a:pt x="1186509" y="2915"/>
                </a:lnTo>
                <a:close/>
              </a:path>
              <a:path w="3074034" h="219075">
                <a:moveTo>
                  <a:pt x="1342367" y="2915"/>
                </a:moveTo>
                <a:lnTo>
                  <a:pt x="1307593" y="2915"/>
                </a:lnTo>
                <a:lnTo>
                  <a:pt x="1248248" y="176577"/>
                </a:lnTo>
                <a:lnTo>
                  <a:pt x="1279873" y="176577"/>
                </a:lnTo>
                <a:lnTo>
                  <a:pt x="1342367" y="2915"/>
                </a:lnTo>
                <a:close/>
              </a:path>
              <a:path w="3074034" h="219075">
                <a:moveTo>
                  <a:pt x="1524432" y="2915"/>
                </a:moveTo>
                <a:lnTo>
                  <a:pt x="1390750" y="2915"/>
                </a:lnTo>
                <a:lnTo>
                  <a:pt x="1390750" y="216140"/>
                </a:lnTo>
                <a:lnTo>
                  <a:pt x="1525682" y="216140"/>
                </a:lnTo>
                <a:lnTo>
                  <a:pt x="1525682" y="188446"/>
                </a:lnTo>
                <a:lnTo>
                  <a:pt x="1422921" y="188446"/>
                </a:lnTo>
                <a:lnTo>
                  <a:pt x="1422921" y="123166"/>
                </a:lnTo>
                <a:lnTo>
                  <a:pt x="1517457" y="123166"/>
                </a:lnTo>
                <a:lnTo>
                  <a:pt x="1517457" y="95576"/>
                </a:lnTo>
                <a:lnTo>
                  <a:pt x="1422921" y="95576"/>
                </a:lnTo>
                <a:lnTo>
                  <a:pt x="1422921" y="30609"/>
                </a:lnTo>
                <a:lnTo>
                  <a:pt x="1524432" y="30609"/>
                </a:lnTo>
                <a:lnTo>
                  <a:pt x="1524432" y="2915"/>
                </a:lnTo>
                <a:close/>
              </a:path>
              <a:path w="3074034" h="219075">
                <a:moveTo>
                  <a:pt x="1617168" y="2915"/>
                </a:moveTo>
                <a:lnTo>
                  <a:pt x="1584996" y="2915"/>
                </a:lnTo>
                <a:lnTo>
                  <a:pt x="1584996" y="216140"/>
                </a:lnTo>
                <a:lnTo>
                  <a:pt x="1713785" y="216140"/>
                </a:lnTo>
                <a:lnTo>
                  <a:pt x="1713785" y="188446"/>
                </a:lnTo>
                <a:lnTo>
                  <a:pt x="1617168" y="188446"/>
                </a:lnTo>
                <a:lnTo>
                  <a:pt x="1617168" y="2915"/>
                </a:lnTo>
                <a:close/>
              </a:path>
              <a:path w="3074034" h="219075">
                <a:moveTo>
                  <a:pt x="1848999" y="0"/>
                </a:moveTo>
                <a:lnTo>
                  <a:pt x="1810796" y="7437"/>
                </a:lnTo>
                <a:lnTo>
                  <a:pt x="1772215" y="39342"/>
                </a:lnTo>
                <a:lnTo>
                  <a:pt x="1756025" y="77799"/>
                </a:lnTo>
                <a:lnTo>
                  <a:pt x="1752902" y="109527"/>
                </a:lnTo>
                <a:lnTo>
                  <a:pt x="1753690" y="126003"/>
                </a:lnTo>
                <a:lnTo>
                  <a:pt x="1765457" y="168248"/>
                </a:lnTo>
                <a:lnTo>
                  <a:pt x="1789299" y="198623"/>
                </a:lnTo>
                <a:lnTo>
                  <a:pt x="1835523" y="218235"/>
                </a:lnTo>
                <a:lnTo>
                  <a:pt x="1848999" y="219055"/>
                </a:lnTo>
                <a:lnTo>
                  <a:pt x="1862423" y="218235"/>
                </a:lnTo>
                <a:lnTo>
                  <a:pt x="1908546" y="198623"/>
                </a:lnTo>
                <a:lnTo>
                  <a:pt x="1917853" y="189695"/>
                </a:lnTo>
                <a:lnTo>
                  <a:pt x="1848999" y="189695"/>
                </a:lnTo>
                <a:lnTo>
                  <a:pt x="1840032" y="189122"/>
                </a:lnTo>
                <a:lnTo>
                  <a:pt x="1803137" y="169133"/>
                </a:lnTo>
                <a:lnTo>
                  <a:pt x="1786947" y="133526"/>
                </a:lnTo>
                <a:lnTo>
                  <a:pt x="1784865" y="109527"/>
                </a:lnTo>
                <a:lnTo>
                  <a:pt x="1785386" y="97027"/>
                </a:lnTo>
                <a:lnTo>
                  <a:pt x="1797788" y="57288"/>
                </a:lnTo>
                <a:lnTo>
                  <a:pt x="1831560" y="31676"/>
                </a:lnTo>
                <a:lnTo>
                  <a:pt x="1848999" y="29360"/>
                </a:lnTo>
                <a:lnTo>
                  <a:pt x="1917811" y="29360"/>
                </a:lnTo>
                <a:lnTo>
                  <a:pt x="1917688" y="29203"/>
                </a:lnTo>
                <a:lnTo>
                  <a:pt x="1875106" y="3305"/>
                </a:lnTo>
                <a:lnTo>
                  <a:pt x="1862423" y="826"/>
                </a:lnTo>
                <a:lnTo>
                  <a:pt x="1848999" y="0"/>
                </a:lnTo>
                <a:close/>
              </a:path>
              <a:path w="3074034" h="219075">
                <a:moveTo>
                  <a:pt x="1917811" y="29360"/>
                </a:moveTo>
                <a:lnTo>
                  <a:pt x="1848999" y="29360"/>
                </a:lnTo>
                <a:lnTo>
                  <a:pt x="1857920" y="29939"/>
                </a:lnTo>
                <a:lnTo>
                  <a:pt x="1866360" y="31676"/>
                </a:lnTo>
                <a:lnTo>
                  <a:pt x="1900145" y="57288"/>
                </a:lnTo>
                <a:lnTo>
                  <a:pt x="1912606" y="97027"/>
                </a:lnTo>
                <a:lnTo>
                  <a:pt x="1913133" y="109527"/>
                </a:lnTo>
                <a:lnTo>
                  <a:pt x="1912606" y="122034"/>
                </a:lnTo>
                <a:lnTo>
                  <a:pt x="1900145" y="161832"/>
                </a:lnTo>
                <a:lnTo>
                  <a:pt x="1866360" y="187405"/>
                </a:lnTo>
                <a:lnTo>
                  <a:pt x="1848999" y="189695"/>
                </a:lnTo>
                <a:lnTo>
                  <a:pt x="1917853" y="189695"/>
                </a:lnTo>
                <a:lnTo>
                  <a:pt x="1937964" y="155363"/>
                </a:lnTo>
                <a:lnTo>
                  <a:pt x="1944992" y="109527"/>
                </a:lnTo>
                <a:lnTo>
                  <a:pt x="1944211" y="93058"/>
                </a:lnTo>
                <a:lnTo>
                  <a:pt x="1941869" y="77799"/>
                </a:lnTo>
                <a:lnTo>
                  <a:pt x="1937964" y="63750"/>
                </a:lnTo>
                <a:lnTo>
                  <a:pt x="1932498" y="50911"/>
                </a:lnTo>
                <a:lnTo>
                  <a:pt x="1925673" y="39342"/>
                </a:lnTo>
                <a:lnTo>
                  <a:pt x="1917811" y="29360"/>
                </a:lnTo>
                <a:close/>
              </a:path>
              <a:path w="3074034" h="219075">
                <a:moveTo>
                  <a:pt x="2078696" y="2915"/>
                </a:moveTo>
                <a:lnTo>
                  <a:pt x="2002693" y="2915"/>
                </a:lnTo>
                <a:lnTo>
                  <a:pt x="2002693" y="216140"/>
                </a:lnTo>
                <a:lnTo>
                  <a:pt x="2034864" y="216140"/>
                </a:lnTo>
                <a:lnTo>
                  <a:pt x="2034864" y="141178"/>
                </a:lnTo>
                <a:lnTo>
                  <a:pt x="2026327" y="141178"/>
                </a:lnTo>
                <a:lnTo>
                  <a:pt x="2026327" y="113900"/>
                </a:lnTo>
                <a:lnTo>
                  <a:pt x="2034864" y="113900"/>
                </a:lnTo>
                <a:lnTo>
                  <a:pt x="2034864" y="30505"/>
                </a:lnTo>
                <a:lnTo>
                  <a:pt x="2140553" y="30505"/>
                </a:lnTo>
                <a:lnTo>
                  <a:pt x="2101445" y="5179"/>
                </a:lnTo>
                <a:lnTo>
                  <a:pt x="2090604" y="3481"/>
                </a:lnTo>
                <a:lnTo>
                  <a:pt x="2078696" y="2915"/>
                </a:lnTo>
                <a:close/>
              </a:path>
              <a:path w="3074034" h="219075">
                <a:moveTo>
                  <a:pt x="2034864" y="113900"/>
                </a:moveTo>
                <a:lnTo>
                  <a:pt x="2026327" y="113900"/>
                </a:lnTo>
                <a:lnTo>
                  <a:pt x="2026327" y="141178"/>
                </a:lnTo>
                <a:lnTo>
                  <a:pt x="2034864" y="141178"/>
                </a:lnTo>
                <a:lnTo>
                  <a:pt x="2034864" y="113900"/>
                </a:lnTo>
                <a:close/>
              </a:path>
              <a:path w="3074034" h="219075">
                <a:moveTo>
                  <a:pt x="2140553" y="30505"/>
                </a:moveTo>
                <a:lnTo>
                  <a:pt x="2075261" y="30505"/>
                </a:lnTo>
                <a:lnTo>
                  <a:pt x="2082887" y="30837"/>
                </a:lnTo>
                <a:lnTo>
                  <a:pt x="2089732" y="31832"/>
                </a:lnTo>
                <a:lnTo>
                  <a:pt x="2118607" y="56742"/>
                </a:lnTo>
                <a:lnTo>
                  <a:pt x="2120134" y="63891"/>
                </a:lnTo>
                <a:lnTo>
                  <a:pt x="2120134" y="79994"/>
                </a:lnTo>
                <a:lnTo>
                  <a:pt x="2095921" y="110855"/>
                </a:lnTo>
                <a:lnTo>
                  <a:pt x="2075677" y="113900"/>
                </a:lnTo>
                <a:lnTo>
                  <a:pt x="2034864" y="113900"/>
                </a:lnTo>
                <a:lnTo>
                  <a:pt x="2034864" y="141178"/>
                </a:lnTo>
                <a:lnTo>
                  <a:pt x="2078592" y="141178"/>
                </a:lnTo>
                <a:lnTo>
                  <a:pt x="2090455" y="140612"/>
                </a:lnTo>
                <a:lnTo>
                  <a:pt x="2127422" y="127136"/>
                </a:lnTo>
                <a:lnTo>
                  <a:pt x="2150457" y="90631"/>
                </a:lnTo>
                <a:lnTo>
                  <a:pt x="2152513" y="71942"/>
                </a:lnTo>
                <a:lnTo>
                  <a:pt x="2152085" y="63891"/>
                </a:lnTo>
                <a:lnTo>
                  <a:pt x="2152006" y="62403"/>
                </a:lnTo>
                <a:lnTo>
                  <a:pt x="2150483" y="53358"/>
                </a:lnTo>
                <a:lnTo>
                  <a:pt x="2147945" y="44808"/>
                </a:lnTo>
                <a:lnTo>
                  <a:pt x="2144392" y="36752"/>
                </a:lnTo>
                <a:lnTo>
                  <a:pt x="2140553" y="30505"/>
                </a:lnTo>
                <a:close/>
              </a:path>
              <a:path w="3074034" h="219075">
                <a:moveTo>
                  <a:pt x="2246862" y="2915"/>
                </a:moveTo>
                <a:lnTo>
                  <a:pt x="2207819" y="2915"/>
                </a:lnTo>
                <a:lnTo>
                  <a:pt x="2207819" y="216140"/>
                </a:lnTo>
                <a:lnTo>
                  <a:pt x="2238429" y="216140"/>
                </a:lnTo>
                <a:lnTo>
                  <a:pt x="2238429" y="61843"/>
                </a:lnTo>
                <a:lnTo>
                  <a:pt x="2270996" y="61843"/>
                </a:lnTo>
                <a:lnTo>
                  <a:pt x="2246862" y="2915"/>
                </a:lnTo>
                <a:close/>
              </a:path>
              <a:path w="3074034" h="219075">
                <a:moveTo>
                  <a:pt x="2424168" y="61843"/>
                </a:moveTo>
                <a:lnTo>
                  <a:pt x="2393559" y="61843"/>
                </a:lnTo>
                <a:lnTo>
                  <a:pt x="2393559" y="216140"/>
                </a:lnTo>
                <a:lnTo>
                  <a:pt x="2424168" y="216140"/>
                </a:lnTo>
                <a:lnTo>
                  <a:pt x="2424168" y="61843"/>
                </a:lnTo>
                <a:close/>
              </a:path>
              <a:path w="3074034" h="219075">
                <a:moveTo>
                  <a:pt x="2270996" y="61843"/>
                </a:moveTo>
                <a:lnTo>
                  <a:pt x="2240449" y="61843"/>
                </a:lnTo>
                <a:lnTo>
                  <a:pt x="2303292" y="215828"/>
                </a:lnTo>
                <a:lnTo>
                  <a:pt x="2328696" y="215828"/>
                </a:lnTo>
                <a:lnTo>
                  <a:pt x="2347957" y="168664"/>
                </a:lnTo>
                <a:lnTo>
                  <a:pt x="2314744" y="168664"/>
                </a:lnTo>
                <a:lnTo>
                  <a:pt x="2270996" y="61843"/>
                </a:lnTo>
                <a:close/>
              </a:path>
              <a:path w="3074034" h="219075">
                <a:moveTo>
                  <a:pt x="2424168" y="2915"/>
                </a:moveTo>
                <a:lnTo>
                  <a:pt x="2385125" y="2915"/>
                </a:lnTo>
                <a:lnTo>
                  <a:pt x="2317243" y="168664"/>
                </a:lnTo>
                <a:lnTo>
                  <a:pt x="2347957" y="168664"/>
                </a:lnTo>
                <a:lnTo>
                  <a:pt x="2391580" y="61843"/>
                </a:lnTo>
                <a:lnTo>
                  <a:pt x="2424168" y="61843"/>
                </a:lnTo>
                <a:lnTo>
                  <a:pt x="2424168" y="2915"/>
                </a:lnTo>
                <a:close/>
              </a:path>
              <a:path w="3074034" h="219075">
                <a:moveTo>
                  <a:pt x="2622215" y="2915"/>
                </a:moveTo>
                <a:lnTo>
                  <a:pt x="2488532" y="2915"/>
                </a:lnTo>
                <a:lnTo>
                  <a:pt x="2488532" y="216140"/>
                </a:lnTo>
                <a:lnTo>
                  <a:pt x="2623464" y="216140"/>
                </a:lnTo>
                <a:lnTo>
                  <a:pt x="2623464" y="188446"/>
                </a:lnTo>
                <a:lnTo>
                  <a:pt x="2520704" y="188446"/>
                </a:lnTo>
                <a:lnTo>
                  <a:pt x="2520704" y="123166"/>
                </a:lnTo>
                <a:lnTo>
                  <a:pt x="2615239" y="123166"/>
                </a:lnTo>
                <a:lnTo>
                  <a:pt x="2615239" y="95576"/>
                </a:lnTo>
                <a:lnTo>
                  <a:pt x="2520704" y="95576"/>
                </a:lnTo>
                <a:lnTo>
                  <a:pt x="2520704" y="30609"/>
                </a:lnTo>
                <a:lnTo>
                  <a:pt x="2622215" y="30609"/>
                </a:lnTo>
                <a:lnTo>
                  <a:pt x="2622215" y="2915"/>
                </a:lnTo>
                <a:close/>
              </a:path>
              <a:path w="3074034" h="219075">
                <a:moveTo>
                  <a:pt x="2712555" y="2915"/>
                </a:moveTo>
                <a:lnTo>
                  <a:pt x="2682779" y="2915"/>
                </a:lnTo>
                <a:lnTo>
                  <a:pt x="2682779" y="216140"/>
                </a:lnTo>
                <a:lnTo>
                  <a:pt x="2714950" y="216140"/>
                </a:lnTo>
                <a:lnTo>
                  <a:pt x="2714950" y="59761"/>
                </a:lnTo>
                <a:lnTo>
                  <a:pt x="2751940" y="59761"/>
                </a:lnTo>
                <a:lnTo>
                  <a:pt x="2712555" y="2915"/>
                </a:lnTo>
                <a:close/>
              </a:path>
              <a:path w="3074034" h="219075">
                <a:moveTo>
                  <a:pt x="2751940" y="59761"/>
                </a:moveTo>
                <a:lnTo>
                  <a:pt x="2716928" y="59761"/>
                </a:lnTo>
                <a:lnTo>
                  <a:pt x="2825311" y="216140"/>
                </a:lnTo>
                <a:lnTo>
                  <a:pt x="2854879" y="216140"/>
                </a:lnTo>
                <a:lnTo>
                  <a:pt x="2854879" y="159502"/>
                </a:lnTo>
                <a:lnTo>
                  <a:pt x="2821042" y="159502"/>
                </a:lnTo>
                <a:lnTo>
                  <a:pt x="2751940" y="59761"/>
                </a:lnTo>
                <a:close/>
              </a:path>
              <a:path w="3074034" h="219075">
                <a:moveTo>
                  <a:pt x="2854879" y="2915"/>
                </a:moveTo>
                <a:lnTo>
                  <a:pt x="2823020" y="2915"/>
                </a:lnTo>
                <a:lnTo>
                  <a:pt x="2823020" y="159502"/>
                </a:lnTo>
                <a:lnTo>
                  <a:pt x="2854879" y="159502"/>
                </a:lnTo>
                <a:lnTo>
                  <a:pt x="2854879" y="2915"/>
                </a:lnTo>
                <a:close/>
              </a:path>
              <a:path w="3074034" h="219075">
                <a:moveTo>
                  <a:pt x="3007376" y="30609"/>
                </a:moveTo>
                <a:lnTo>
                  <a:pt x="2975308" y="30609"/>
                </a:lnTo>
                <a:lnTo>
                  <a:pt x="2975308" y="216140"/>
                </a:lnTo>
                <a:lnTo>
                  <a:pt x="3007376" y="216140"/>
                </a:lnTo>
                <a:lnTo>
                  <a:pt x="3007376" y="30609"/>
                </a:lnTo>
                <a:close/>
              </a:path>
              <a:path w="3074034" h="219075">
                <a:moveTo>
                  <a:pt x="3073904" y="2915"/>
                </a:moveTo>
                <a:lnTo>
                  <a:pt x="2908884" y="2915"/>
                </a:lnTo>
                <a:lnTo>
                  <a:pt x="2908884" y="30609"/>
                </a:lnTo>
                <a:lnTo>
                  <a:pt x="3073904" y="30609"/>
                </a:lnTo>
                <a:lnTo>
                  <a:pt x="3073904" y="2915"/>
                </a:lnTo>
                <a:close/>
              </a:path>
            </a:pathLst>
          </a:custGeom>
          <a:solidFill>
            <a:srgbClr val="73777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95112" y="3216703"/>
            <a:ext cx="4952966" cy="2937083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84939" y="6806075"/>
            <a:ext cx="5586642" cy="1054703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2408303" y="10638419"/>
            <a:ext cx="15287625" cy="251460"/>
            <a:chOff x="2408303" y="10638419"/>
            <a:chExt cx="15287625" cy="251460"/>
          </a:xfrm>
        </p:grpSpPr>
        <p:sp>
          <p:nvSpPr>
            <p:cNvPr id="23" name="object 23"/>
            <p:cNvSpPr/>
            <p:nvPr/>
          </p:nvSpPr>
          <p:spPr>
            <a:xfrm>
              <a:off x="2408301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1273949" y="0"/>
                  </a:moveTo>
                  <a:lnTo>
                    <a:pt x="0" y="0"/>
                  </a:lnTo>
                  <a:lnTo>
                    <a:pt x="0" y="251294"/>
                  </a:lnTo>
                  <a:lnTo>
                    <a:pt x="1273949" y="251294"/>
                  </a:lnTo>
                  <a:lnTo>
                    <a:pt x="1273949" y="0"/>
                  </a:lnTo>
                  <a:close/>
                </a:path>
                <a:path w="2548254" h="251459">
                  <a:moveTo>
                    <a:pt x="2547912" y="0"/>
                  </a:moveTo>
                  <a:lnTo>
                    <a:pt x="1273962" y="0"/>
                  </a:lnTo>
                  <a:lnTo>
                    <a:pt x="1273962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BCC0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56213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1273949" y="0"/>
                  </a:moveTo>
                  <a:lnTo>
                    <a:pt x="0" y="0"/>
                  </a:lnTo>
                  <a:lnTo>
                    <a:pt x="0" y="251294"/>
                  </a:lnTo>
                  <a:lnTo>
                    <a:pt x="1273949" y="251294"/>
                  </a:lnTo>
                  <a:lnTo>
                    <a:pt x="1273949" y="0"/>
                  </a:lnTo>
                  <a:close/>
                </a:path>
                <a:path w="2548254" h="251459">
                  <a:moveTo>
                    <a:pt x="2547912" y="0"/>
                  </a:moveTo>
                  <a:lnTo>
                    <a:pt x="1273962" y="0"/>
                  </a:lnTo>
                  <a:lnTo>
                    <a:pt x="1273962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FF92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04137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5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FFAC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778088" y="10638428"/>
              <a:ext cx="2548255" cy="251460"/>
            </a:xfrm>
            <a:custGeom>
              <a:avLst/>
              <a:gdLst/>
              <a:ahLst/>
              <a:cxnLst/>
              <a:rect l="l" t="t" r="r" b="b"/>
              <a:pathLst>
                <a:path w="2548254" h="251459">
                  <a:moveTo>
                    <a:pt x="1273949" y="0"/>
                  </a:moveTo>
                  <a:lnTo>
                    <a:pt x="0" y="0"/>
                  </a:lnTo>
                  <a:lnTo>
                    <a:pt x="0" y="251294"/>
                  </a:lnTo>
                  <a:lnTo>
                    <a:pt x="1273949" y="251294"/>
                  </a:lnTo>
                  <a:lnTo>
                    <a:pt x="1273949" y="0"/>
                  </a:lnTo>
                  <a:close/>
                </a:path>
                <a:path w="2548254" h="251459">
                  <a:moveTo>
                    <a:pt x="2547912" y="0"/>
                  </a:moveTo>
                  <a:lnTo>
                    <a:pt x="1273962" y="0"/>
                  </a:lnTo>
                  <a:lnTo>
                    <a:pt x="1273962" y="251294"/>
                  </a:lnTo>
                  <a:lnTo>
                    <a:pt x="2547912" y="251294"/>
                  </a:lnTo>
                  <a:lnTo>
                    <a:pt x="2547912" y="0"/>
                  </a:lnTo>
                  <a:close/>
                </a:path>
              </a:pathLst>
            </a:custGeom>
            <a:solidFill>
              <a:srgbClr val="FFD3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326011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5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FF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2599962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F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3873923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92CA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147884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A1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421835" y="10638419"/>
              <a:ext cx="1274445" cy="251460"/>
            </a:xfrm>
            <a:custGeom>
              <a:avLst/>
              <a:gdLst/>
              <a:ahLst/>
              <a:cxnLst/>
              <a:rect l="l" t="t" r="r" b="b"/>
              <a:pathLst>
                <a:path w="1274444" h="251459">
                  <a:moveTo>
                    <a:pt x="1273957" y="0"/>
                  </a:moveTo>
                  <a:lnTo>
                    <a:pt x="0" y="0"/>
                  </a:lnTo>
                  <a:lnTo>
                    <a:pt x="0" y="251301"/>
                  </a:lnTo>
                  <a:lnTo>
                    <a:pt x="1273957" y="251301"/>
                  </a:lnTo>
                  <a:lnTo>
                    <a:pt x="1273957" y="0"/>
                  </a:lnTo>
                  <a:close/>
                </a:path>
              </a:pathLst>
            </a:custGeom>
            <a:solidFill>
              <a:srgbClr val="DC92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33989" y="4856751"/>
            <a:ext cx="848141" cy="84814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875789" y="4788754"/>
            <a:ext cx="764540" cy="764540"/>
          </a:xfrm>
          <a:custGeom>
            <a:avLst/>
            <a:gdLst/>
            <a:ahLst/>
            <a:cxnLst/>
            <a:rect l="l" t="t" r="r" b="b"/>
            <a:pathLst>
              <a:path w="764539" h="764539">
                <a:moveTo>
                  <a:pt x="764374" y="0"/>
                </a:moveTo>
                <a:lnTo>
                  <a:pt x="743432" y="0"/>
                </a:lnTo>
                <a:lnTo>
                  <a:pt x="743432" y="20942"/>
                </a:lnTo>
                <a:lnTo>
                  <a:pt x="743432" y="743432"/>
                </a:lnTo>
                <a:lnTo>
                  <a:pt x="20942" y="743432"/>
                </a:lnTo>
                <a:lnTo>
                  <a:pt x="20942" y="20942"/>
                </a:lnTo>
                <a:lnTo>
                  <a:pt x="743432" y="20942"/>
                </a:lnTo>
                <a:lnTo>
                  <a:pt x="743432" y="0"/>
                </a:lnTo>
                <a:lnTo>
                  <a:pt x="20942" y="0"/>
                </a:lnTo>
                <a:lnTo>
                  <a:pt x="0" y="0"/>
                </a:lnTo>
                <a:lnTo>
                  <a:pt x="0" y="764374"/>
                </a:lnTo>
                <a:lnTo>
                  <a:pt x="20942" y="764374"/>
                </a:lnTo>
                <a:lnTo>
                  <a:pt x="743432" y="764374"/>
                </a:lnTo>
                <a:lnTo>
                  <a:pt x="764374" y="764374"/>
                </a:lnTo>
                <a:lnTo>
                  <a:pt x="7643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92062" y="3029337"/>
            <a:ext cx="1447800" cy="205104"/>
          </a:xfrm>
          <a:custGeom>
            <a:avLst/>
            <a:gdLst/>
            <a:ahLst/>
            <a:cxnLst/>
            <a:rect l="l" t="t" r="r" b="b"/>
            <a:pathLst>
              <a:path w="1447800" h="205105">
                <a:moveTo>
                  <a:pt x="93979" y="38493"/>
                </a:moveTo>
                <a:lnTo>
                  <a:pt x="59429" y="38493"/>
                </a:lnTo>
                <a:lnTo>
                  <a:pt x="59429" y="201572"/>
                </a:lnTo>
                <a:lnTo>
                  <a:pt x="93979" y="201572"/>
                </a:lnTo>
                <a:lnTo>
                  <a:pt x="93979" y="38493"/>
                </a:lnTo>
                <a:close/>
              </a:path>
              <a:path w="1447800" h="205105">
                <a:moveTo>
                  <a:pt x="153409" y="9294"/>
                </a:moveTo>
                <a:lnTo>
                  <a:pt x="0" y="9294"/>
                </a:lnTo>
                <a:lnTo>
                  <a:pt x="0" y="38493"/>
                </a:lnTo>
                <a:lnTo>
                  <a:pt x="153409" y="38493"/>
                </a:lnTo>
                <a:lnTo>
                  <a:pt x="153409" y="9294"/>
                </a:lnTo>
                <a:close/>
              </a:path>
              <a:path w="1447800" h="205105">
                <a:moveTo>
                  <a:pt x="196816" y="57364"/>
                </a:moveTo>
                <a:lnTo>
                  <a:pt x="163862" y="57364"/>
                </a:lnTo>
                <a:lnTo>
                  <a:pt x="163862" y="201572"/>
                </a:lnTo>
                <a:lnTo>
                  <a:pt x="197849" y="201572"/>
                </a:lnTo>
                <a:lnTo>
                  <a:pt x="197849" y="110659"/>
                </a:lnTo>
                <a:lnTo>
                  <a:pt x="199257" y="105245"/>
                </a:lnTo>
                <a:lnTo>
                  <a:pt x="204890" y="95857"/>
                </a:lnTo>
                <a:lnTo>
                  <a:pt x="208739" y="92195"/>
                </a:lnTo>
                <a:lnTo>
                  <a:pt x="218335" y="87000"/>
                </a:lnTo>
                <a:lnTo>
                  <a:pt x="218048" y="87000"/>
                </a:lnTo>
                <a:lnTo>
                  <a:pt x="224137" y="85529"/>
                </a:lnTo>
                <a:lnTo>
                  <a:pt x="246106" y="85529"/>
                </a:lnTo>
                <a:lnTo>
                  <a:pt x="246106" y="81398"/>
                </a:lnTo>
                <a:lnTo>
                  <a:pt x="196816" y="81398"/>
                </a:lnTo>
                <a:lnTo>
                  <a:pt x="196816" y="57364"/>
                </a:lnTo>
                <a:close/>
              </a:path>
              <a:path w="1447800" h="205105">
                <a:moveTo>
                  <a:pt x="246106" y="85529"/>
                </a:moveTo>
                <a:lnTo>
                  <a:pt x="233212" y="85529"/>
                </a:lnTo>
                <a:lnTo>
                  <a:pt x="236185" y="85748"/>
                </a:lnTo>
                <a:lnTo>
                  <a:pt x="239252" y="86187"/>
                </a:lnTo>
                <a:lnTo>
                  <a:pt x="242382" y="86562"/>
                </a:lnTo>
                <a:lnTo>
                  <a:pt x="244666" y="87000"/>
                </a:lnTo>
                <a:lnTo>
                  <a:pt x="246106" y="87501"/>
                </a:lnTo>
                <a:lnTo>
                  <a:pt x="246106" y="85529"/>
                </a:lnTo>
                <a:close/>
              </a:path>
              <a:path w="1447800" h="205105">
                <a:moveTo>
                  <a:pt x="237875" y="55392"/>
                </a:moveTo>
                <a:lnTo>
                  <a:pt x="225337" y="55392"/>
                </a:lnTo>
                <a:lnTo>
                  <a:pt x="218284" y="57583"/>
                </a:lnTo>
                <a:lnTo>
                  <a:pt x="205453" y="66658"/>
                </a:lnTo>
                <a:lnTo>
                  <a:pt x="200947" y="73074"/>
                </a:lnTo>
                <a:lnTo>
                  <a:pt x="198318" y="81398"/>
                </a:lnTo>
                <a:lnTo>
                  <a:pt x="246106" y="81398"/>
                </a:lnTo>
                <a:lnTo>
                  <a:pt x="246106" y="56237"/>
                </a:lnTo>
                <a:lnTo>
                  <a:pt x="244541" y="55924"/>
                </a:lnTo>
                <a:lnTo>
                  <a:pt x="242569" y="55705"/>
                </a:lnTo>
                <a:lnTo>
                  <a:pt x="241735" y="55705"/>
                </a:lnTo>
                <a:lnTo>
                  <a:pt x="237875" y="55392"/>
                </a:lnTo>
                <a:close/>
              </a:path>
              <a:path w="1447800" h="205105">
                <a:moveTo>
                  <a:pt x="376047" y="81492"/>
                </a:moveTo>
                <a:lnTo>
                  <a:pt x="330588" y="81492"/>
                </a:lnTo>
                <a:lnTo>
                  <a:pt x="336628" y="83433"/>
                </a:lnTo>
                <a:lnTo>
                  <a:pt x="345015" y="91194"/>
                </a:lnTo>
                <a:lnTo>
                  <a:pt x="347112" y="96670"/>
                </a:lnTo>
                <a:lnTo>
                  <a:pt x="347112" y="107561"/>
                </a:lnTo>
                <a:lnTo>
                  <a:pt x="304425" y="118014"/>
                </a:lnTo>
                <a:lnTo>
                  <a:pt x="297634" y="119234"/>
                </a:lnTo>
                <a:lnTo>
                  <a:pt x="258202" y="146242"/>
                </a:lnTo>
                <a:lnTo>
                  <a:pt x="256700" y="170559"/>
                </a:lnTo>
                <a:lnTo>
                  <a:pt x="258640" y="177913"/>
                </a:lnTo>
                <a:lnTo>
                  <a:pt x="258706" y="178163"/>
                </a:lnTo>
                <a:lnTo>
                  <a:pt x="258797" y="178508"/>
                </a:lnTo>
                <a:lnTo>
                  <a:pt x="295819" y="204483"/>
                </a:lnTo>
                <a:lnTo>
                  <a:pt x="312468" y="204483"/>
                </a:lnTo>
                <a:lnTo>
                  <a:pt x="347300" y="181762"/>
                </a:lnTo>
                <a:lnTo>
                  <a:pt x="381099" y="181762"/>
                </a:lnTo>
                <a:lnTo>
                  <a:pt x="381099" y="179509"/>
                </a:lnTo>
                <a:lnTo>
                  <a:pt x="306710" y="179509"/>
                </a:lnTo>
                <a:lnTo>
                  <a:pt x="300889" y="177913"/>
                </a:lnTo>
                <a:lnTo>
                  <a:pt x="291751" y="171529"/>
                </a:lnTo>
                <a:lnTo>
                  <a:pt x="289466" y="166803"/>
                </a:lnTo>
                <a:lnTo>
                  <a:pt x="289466" y="156163"/>
                </a:lnTo>
                <a:lnTo>
                  <a:pt x="290502" y="152971"/>
                </a:lnTo>
                <a:lnTo>
                  <a:pt x="290624" y="152595"/>
                </a:lnTo>
                <a:lnTo>
                  <a:pt x="292940" y="149841"/>
                </a:lnTo>
                <a:lnTo>
                  <a:pt x="295256" y="147024"/>
                </a:lnTo>
                <a:lnTo>
                  <a:pt x="298416" y="144834"/>
                </a:lnTo>
                <a:lnTo>
                  <a:pt x="306428" y="141704"/>
                </a:lnTo>
                <a:lnTo>
                  <a:pt x="310966" y="140578"/>
                </a:lnTo>
                <a:lnTo>
                  <a:pt x="327083" y="138324"/>
                </a:lnTo>
                <a:lnTo>
                  <a:pt x="330181" y="137824"/>
                </a:lnTo>
                <a:lnTo>
                  <a:pt x="347206" y="132848"/>
                </a:lnTo>
                <a:lnTo>
                  <a:pt x="381099" y="132848"/>
                </a:lnTo>
                <a:lnTo>
                  <a:pt x="381057" y="95293"/>
                </a:lnTo>
                <a:lnTo>
                  <a:pt x="379346" y="87501"/>
                </a:lnTo>
                <a:lnTo>
                  <a:pt x="376047" y="81492"/>
                </a:lnTo>
                <a:close/>
              </a:path>
              <a:path w="1447800" h="205105">
                <a:moveTo>
                  <a:pt x="381099" y="181762"/>
                </a:moveTo>
                <a:lnTo>
                  <a:pt x="348426" y="181762"/>
                </a:lnTo>
                <a:lnTo>
                  <a:pt x="348426" y="201572"/>
                </a:lnTo>
                <a:lnTo>
                  <a:pt x="381099" y="201572"/>
                </a:lnTo>
                <a:lnTo>
                  <a:pt x="381099" y="181762"/>
                </a:lnTo>
                <a:close/>
              </a:path>
              <a:path w="1447800" h="205105">
                <a:moveTo>
                  <a:pt x="381099" y="132848"/>
                </a:moveTo>
                <a:lnTo>
                  <a:pt x="347206" y="132848"/>
                </a:lnTo>
                <a:lnTo>
                  <a:pt x="347206" y="155161"/>
                </a:lnTo>
                <a:lnTo>
                  <a:pt x="345829" y="160075"/>
                </a:lnTo>
                <a:lnTo>
                  <a:pt x="343075" y="164581"/>
                </a:lnTo>
                <a:lnTo>
                  <a:pt x="340383" y="169088"/>
                </a:lnTo>
                <a:lnTo>
                  <a:pt x="336534" y="172718"/>
                </a:lnTo>
                <a:lnTo>
                  <a:pt x="331527" y="175472"/>
                </a:lnTo>
                <a:lnTo>
                  <a:pt x="326520" y="178163"/>
                </a:lnTo>
                <a:lnTo>
                  <a:pt x="320605" y="179509"/>
                </a:lnTo>
                <a:lnTo>
                  <a:pt x="381099" y="179509"/>
                </a:lnTo>
                <a:lnTo>
                  <a:pt x="381099" y="132848"/>
                </a:lnTo>
                <a:close/>
              </a:path>
              <a:path w="1447800" h="205105">
                <a:moveTo>
                  <a:pt x="329461" y="55486"/>
                </a:moveTo>
                <a:lnTo>
                  <a:pt x="322514" y="55486"/>
                </a:lnTo>
                <a:lnTo>
                  <a:pt x="315120" y="55768"/>
                </a:lnTo>
                <a:lnTo>
                  <a:pt x="273787" y="73324"/>
                </a:lnTo>
                <a:lnTo>
                  <a:pt x="268029" y="79208"/>
                </a:lnTo>
                <a:lnTo>
                  <a:pt x="263898" y="86531"/>
                </a:lnTo>
                <a:lnTo>
                  <a:pt x="261519" y="94855"/>
                </a:lnTo>
                <a:lnTo>
                  <a:pt x="261394" y="95293"/>
                </a:lnTo>
                <a:lnTo>
                  <a:pt x="293128" y="99800"/>
                </a:lnTo>
                <a:lnTo>
                  <a:pt x="294818" y="94855"/>
                </a:lnTo>
                <a:lnTo>
                  <a:pt x="298072" y="90568"/>
                </a:lnTo>
                <a:lnTo>
                  <a:pt x="307605" y="83433"/>
                </a:lnTo>
                <a:lnTo>
                  <a:pt x="307318" y="83433"/>
                </a:lnTo>
                <a:lnTo>
                  <a:pt x="314377" y="81492"/>
                </a:lnTo>
                <a:lnTo>
                  <a:pt x="376047" y="81492"/>
                </a:lnTo>
                <a:lnTo>
                  <a:pt x="372398" y="74733"/>
                </a:lnTo>
                <a:lnTo>
                  <a:pt x="367829" y="69694"/>
                </a:lnTo>
                <a:lnTo>
                  <a:pt x="362134" y="66001"/>
                </a:lnTo>
                <a:lnTo>
                  <a:pt x="356438" y="62246"/>
                </a:lnTo>
                <a:lnTo>
                  <a:pt x="350148" y="59554"/>
                </a:lnTo>
                <a:lnTo>
                  <a:pt x="336378" y="56300"/>
                </a:lnTo>
                <a:lnTo>
                  <a:pt x="329461" y="55486"/>
                </a:lnTo>
                <a:close/>
              </a:path>
              <a:path w="1447800" h="205105">
                <a:moveTo>
                  <a:pt x="446616" y="57364"/>
                </a:moveTo>
                <a:lnTo>
                  <a:pt x="412629" y="57364"/>
                </a:lnTo>
                <a:lnTo>
                  <a:pt x="412629" y="201572"/>
                </a:lnTo>
                <a:lnTo>
                  <a:pt x="446616" y="201572"/>
                </a:lnTo>
                <a:lnTo>
                  <a:pt x="446616" y="57364"/>
                </a:lnTo>
                <a:close/>
              </a:path>
              <a:path w="1447800" h="205105">
                <a:moveTo>
                  <a:pt x="435162" y="0"/>
                </a:moveTo>
                <a:lnTo>
                  <a:pt x="424333" y="0"/>
                </a:lnTo>
                <a:lnTo>
                  <a:pt x="419702" y="1815"/>
                </a:lnTo>
                <a:lnTo>
                  <a:pt x="415821" y="5445"/>
                </a:lnTo>
                <a:lnTo>
                  <a:pt x="411941" y="9013"/>
                </a:lnTo>
                <a:lnTo>
                  <a:pt x="410000" y="13363"/>
                </a:lnTo>
                <a:lnTo>
                  <a:pt x="410000" y="23565"/>
                </a:lnTo>
                <a:lnTo>
                  <a:pt x="411941" y="27915"/>
                </a:lnTo>
                <a:lnTo>
                  <a:pt x="415821" y="31545"/>
                </a:lnTo>
                <a:lnTo>
                  <a:pt x="419702" y="35113"/>
                </a:lnTo>
                <a:lnTo>
                  <a:pt x="424333" y="36897"/>
                </a:lnTo>
                <a:lnTo>
                  <a:pt x="435162" y="36897"/>
                </a:lnTo>
                <a:lnTo>
                  <a:pt x="439793" y="35113"/>
                </a:lnTo>
                <a:lnTo>
                  <a:pt x="447492" y="27915"/>
                </a:lnTo>
                <a:lnTo>
                  <a:pt x="449432" y="23565"/>
                </a:lnTo>
                <a:lnTo>
                  <a:pt x="449432" y="13363"/>
                </a:lnTo>
                <a:lnTo>
                  <a:pt x="447492" y="9013"/>
                </a:lnTo>
                <a:lnTo>
                  <a:pt x="443611" y="5445"/>
                </a:lnTo>
                <a:lnTo>
                  <a:pt x="439793" y="1815"/>
                </a:lnTo>
                <a:lnTo>
                  <a:pt x="435162" y="0"/>
                </a:lnTo>
                <a:close/>
              </a:path>
              <a:path w="1447800" h="205105">
                <a:moveTo>
                  <a:pt x="511405" y="57364"/>
                </a:moveTo>
                <a:lnTo>
                  <a:pt x="478921" y="57364"/>
                </a:lnTo>
                <a:lnTo>
                  <a:pt x="478921" y="201572"/>
                </a:lnTo>
                <a:lnTo>
                  <a:pt x="512907" y="201572"/>
                </a:lnTo>
                <a:lnTo>
                  <a:pt x="512989" y="109752"/>
                </a:lnTo>
                <a:lnTo>
                  <a:pt x="514191" y="104213"/>
                </a:lnTo>
                <a:lnTo>
                  <a:pt x="537474" y="84215"/>
                </a:lnTo>
                <a:lnTo>
                  <a:pt x="601009" y="84215"/>
                </a:lnTo>
                <a:lnTo>
                  <a:pt x="600013" y="81868"/>
                </a:lnTo>
                <a:lnTo>
                  <a:pt x="511405" y="81868"/>
                </a:lnTo>
                <a:lnTo>
                  <a:pt x="511405" y="57364"/>
                </a:lnTo>
                <a:close/>
              </a:path>
              <a:path w="1447800" h="205105">
                <a:moveTo>
                  <a:pt x="601009" y="84215"/>
                </a:moveTo>
                <a:lnTo>
                  <a:pt x="552183" y="84215"/>
                </a:lnTo>
                <a:lnTo>
                  <a:pt x="559037" y="86938"/>
                </a:lnTo>
                <a:lnTo>
                  <a:pt x="563981" y="92383"/>
                </a:lnTo>
                <a:lnTo>
                  <a:pt x="568989" y="97828"/>
                </a:lnTo>
                <a:lnTo>
                  <a:pt x="571492" y="105371"/>
                </a:lnTo>
                <a:lnTo>
                  <a:pt x="571492" y="201572"/>
                </a:lnTo>
                <a:lnTo>
                  <a:pt x="605479" y="201572"/>
                </a:lnTo>
                <a:lnTo>
                  <a:pt x="605479" y="109752"/>
                </a:lnTo>
                <a:lnTo>
                  <a:pt x="605296" y="105371"/>
                </a:lnTo>
                <a:lnTo>
                  <a:pt x="605248" y="104213"/>
                </a:lnTo>
                <a:lnTo>
                  <a:pt x="605133" y="101437"/>
                </a:lnTo>
                <a:lnTo>
                  <a:pt x="604101" y="94449"/>
                </a:lnTo>
                <a:lnTo>
                  <a:pt x="604000" y="93768"/>
                </a:lnTo>
                <a:lnTo>
                  <a:pt x="602134" y="86938"/>
                </a:lnTo>
                <a:lnTo>
                  <a:pt x="602081" y="86744"/>
                </a:lnTo>
                <a:lnTo>
                  <a:pt x="601009" y="84215"/>
                </a:lnTo>
                <a:close/>
              </a:path>
              <a:path w="1447800" h="205105">
                <a:moveTo>
                  <a:pt x="556095" y="55486"/>
                </a:moveTo>
                <a:lnTo>
                  <a:pt x="548343" y="55932"/>
                </a:lnTo>
                <a:lnTo>
                  <a:pt x="540739" y="57364"/>
                </a:lnTo>
                <a:lnTo>
                  <a:pt x="540965" y="57364"/>
                </a:lnTo>
                <a:lnTo>
                  <a:pt x="534777" y="59500"/>
                </a:lnTo>
                <a:lnTo>
                  <a:pt x="528962" y="62621"/>
                </a:lnTo>
                <a:lnTo>
                  <a:pt x="521701" y="67378"/>
                </a:lnTo>
                <a:lnTo>
                  <a:pt x="516413" y="73794"/>
                </a:lnTo>
                <a:lnTo>
                  <a:pt x="513095" y="81868"/>
                </a:lnTo>
                <a:lnTo>
                  <a:pt x="600013" y="81868"/>
                </a:lnTo>
                <a:lnTo>
                  <a:pt x="570060" y="57082"/>
                </a:lnTo>
                <a:lnTo>
                  <a:pt x="563583" y="55932"/>
                </a:lnTo>
                <a:lnTo>
                  <a:pt x="564168" y="55932"/>
                </a:lnTo>
                <a:lnTo>
                  <a:pt x="556095" y="55486"/>
                </a:lnTo>
                <a:close/>
              </a:path>
              <a:path w="1447800" h="205105">
                <a:moveTo>
                  <a:pt x="744446" y="9294"/>
                </a:moveTo>
                <a:lnTo>
                  <a:pt x="701822" y="9294"/>
                </a:lnTo>
                <a:lnTo>
                  <a:pt x="701822" y="201572"/>
                </a:lnTo>
                <a:lnTo>
                  <a:pt x="735246" y="201572"/>
                </a:lnTo>
                <a:lnTo>
                  <a:pt x="735246" y="69193"/>
                </a:lnTo>
                <a:lnTo>
                  <a:pt x="768987" y="69193"/>
                </a:lnTo>
                <a:lnTo>
                  <a:pt x="744446" y="9294"/>
                </a:lnTo>
                <a:close/>
              </a:path>
              <a:path w="1447800" h="205105">
                <a:moveTo>
                  <a:pt x="903489" y="69475"/>
                </a:moveTo>
                <a:lnTo>
                  <a:pt x="870066" y="69475"/>
                </a:lnTo>
                <a:lnTo>
                  <a:pt x="870066" y="201572"/>
                </a:lnTo>
                <a:lnTo>
                  <a:pt x="903489" y="201572"/>
                </a:lnTo>
                <a:lnTo>
                  <a:pt x="903489" y="69475"/>
                </a:lnTo>
                <a:close/>
              </a:path>
              <a:path w="1447800" h="205105">
                <a:moveTo>
                  <a:pt x="768987" y="69193"/>
                </a:moveTo>
                <a:lnTo>
                  <a:pt x="737030" y="69193"/>
                </a:lnTo>
                <a:lnTo>
                  <a:pt x="790169" y="201009"/>
                </a:lnTo>
                <a:lnTo>
                  <a:pt x="815142" y="201009"/>
                </a:lnTo>
                <a:lnTo>
                  <a:pt x="836307" y="148621"/>
                </a:lnTo>
                <a:lnTo>
                  <a:pt x="801529" y="148621"/>
                </a:lnTo>
                <a:lnTo>
                  <a:pt x="769103" y="69475"/>
                </a:lnTo>
                <a:lnTo>
                  <a:pt x="768987" y="69193"/>
                </a:lnTo>
                <a:close/>
              </a:path>
              <a:path w="1447800" h="205105">
                <a:moveTo>
                  <a:pt x="903489" y="9294"/>
                </a:moveTo>
                <a:lnTo>
                  <a:pt x="860865" y="9294"/>
                </a:lnTo>
                <a:lnTo>
                  <a:pt x="803782" y="148621"/>
                </a:lnTo>
                <a:lnTo>
                  <a:pt x="836307" y="148621"/>
                </a:lnTo>
                <a:lnTo>
                  <a:pt x="868282" y="69475"/>
                </a:lnTo>
                <a:lnTo>
                  <a:pt x="903489" y="69475"/>
                </a:lnTo>
                <a:lnTo>
                  <a:pt x="903489" y="9294"/>
                </a:lnTo>
                <a:close/>
              </a:path>
              <a:path w="1447800" h="205105">
                <a:moveTo>
                  <a:pt x="1000176" y="55486"/>
                </a:moveTo>
                <a:lnTo>
                  <a:pt x="956249" y="69897"/>
                </a:lnTo>
                <a:lnTo>
                  <a:pt x="933189" y="109071"/>
                </a:lnTo>
                <a:lnTo>
                  <a:pt x="931076" y="130031"/>
                </a:lnTo>
                <a:lnTo>
                  <a:pt x="931499" y="138700"/>
                </a:lnTo>
                <a:lnTo>
                  <a:pt x="944232" y="176980"/>
                </a:lnTo>
                <a:lnTo>
                  <a:pt x="980460" y="202065"/>
                </a:lnTo>
                <a:lnTo>
                  <a:pt x="1000176" y="204389"/>
                </a:lnTo>
                <a:lnTo>
                  <a:pt x="1010386" y="203808"/>
                </a:lnTo>
                <a:lnTo>
                  <a:pt x="1050522" y="183945"/>
                </a:lnTo>
                <a:lnTo>
                  <a:pt x="1055923" y="177162"/>
                </a:lnTo>
                <a:lnTo>
                  <a:pt x="992540" y="177162"/>
                </a:lnTo>
                <a:lnTo>
                  <a:pt x="986031" y="175065"/>
                </a:lnTo>
                <a:lnTo>
                  <a:pt x="965532" y="138700"/>
                </a:lnTo>
                <a:lnTo>
                  <a:pt x="965532" y="121112"/>
                </a:lnTo>
                <a:lnTo>
                  <a:pt x="986031" y="84559"/>
                </a:lnTo>
                <a:lnTo>
                  <a:pt x="992540" y="82431"/>
                </a:lnTo>
                <a:lnTo>
                  <a:pt x="1055658" y="82431"/>
                </a:lnTo>
                <a:lnTo>
                  <a:pt x="1050522" y="75953"/>
                </a:lnTo>
                <a:lnTo>
                  <a:pt x="1010386" y="56067"/>
                </a:lnTo>
                <a:lnTo>
                  <a:pt x="1000176" y="55486"/>
                </a:lnTo>
                <a:close/>
              </a:path>
              <a:path w="1447800" h="205105">
                <a:moveTo>
                  <a:pt x="1055658" y="82431"/>
                </a:moveTo>
                <a:lnTo>
                  <a:pt x="1008000" y="82431"/>
                </a:lnTo>
                <a:lnTo>
                  <a:pt x="1014384" y="84559"/>
                </a:lnTo>
                <a:lnTo>
                  <a:pt x="1024649" y="93072"/>
                </a:lnTo>
                <a:lnTo>
                  <a:pt x="1028467" y="98799"/>
                </a:lnTo>
                <a:lnTo>
                  <a:pt x="1030971" y="105996"/>
                </a:lnTo>
                <a:lnTo>
                  <a:pt x="1033537" y="113132"/>
                </a:lnTo>
                <a:lnTo>
                  <a:pt x="1034820" y="121112"/>
                </a:lnTo>
                <a:lnTo>
                  <a:pt x="1034820" y="138700"/>
                </a:lnTo>
                <a:lnTo>
                  <a:pt x="1033537" y="146649"/>
                </a:lnTo>
                <a:lnTo>
                  <a:pt x="1030971" y="153784"/>
                </a:lnTo>
                <a:lnTo>
                  <a:pt x="1028467" y="160920"/>
                </a:lnTo>
                <a:lnTo>
                  <a:pt x="1024649" y="166615"/>
                </a:lnTo>
                <a:lnTo>
                  <a:pt x="1019517" y="170871"/>
                </a:lnTo>
                <a:lnTo>
                  <a:pt x="1014384" y="175065"/>
                </a:lnTo>
                <a:lnTo>
                  <a:pt x="1008000" y="177162"/>
                </a:lnTo>
                <a:lnTo>
                  <a:pt x="1055923" y="177162"/>
                </a:lnTo>
                <a:lnTo>
                  <a:pt x="1068742" y="140852"/>
                </a:lnTo>
                <a:lnTo>
                  <a:pt x="1069276" y="130031"/>
                </a:lnTo>
                <a:lnTo>
                  <a:pt x="1068836" y="121112"/>
                </a:lnTo>
                <a:lnTo>
                  <a:pt x="1068742" y="119205"/>
                </a:lnTo>
                <a:lnTo>
                  <a:pt x="1067140" y="109071"/>
                </a:lnTo>
                <a:lnTo>
                  <a:pt x="1064470" y="99630"/>
                </a:lnTo>
                <a:lnTo>
                  <a:pt x="1060732" y="90881"/>
                </a:lnTo>
                <a:lnTo>
                  <a:pt x="1056068" y="82948"/>
                </a:lnTo>
                <a:lnTo>
                  <a:pt x="1055658" y="82431"/>
                </a:lnTo>
                <a:close/>
              </a:path>
              <a:path w="1447800" h="205105">
                <a:moveTo>
                  <a:pt x="1157537" y="55486"/>
                </a:moveTo>
                <a:lnTo>
                  <a:pt x="1149087" y="55486"/>
                </a:lnTo>
                <a:lnTo>
                  <a:pt x="1140972" y="56020"/>
                </a:lnTo>
                <a:lnTo>
                  <a:pt x="1106815" y="74521"/>
                </a:lnTo>
                <a:lnTo>
                  <a:pt x="1090057" y="118108"/>
                </a:lnTo>
                <a:lnTo>
                  <a:pt x="1089564" y="129656"/>
                </a:lnTo>
                <a:lnTo>
                  <a:pt x="1089940" y="138481"/>
                </a:lnTo>
                <a:lnTo>
                  <a:pt x="1090051" y="141086"/>
                </a:lnTo>
                <a:lnTo>
                  <a:pt x="1091512" y="151625"/>
                </a:lnTo>
                <a:lnTo>
                  <a:pt x="1093779" y="160607"/>
                </a:lnTo>
                <a:lnTo>
                  <a:pt x="1093874" y="160982"/>
                </a:lnTo>
                <a:lnTo>
                  <a:pt x="1118574" y="195376"/>
                </a:lnTo>
                <a:lnTo>
                  <a:pt x="1148993" y="204107"/>
                </a:lnTo>
                <a:lnTo>
                  <a:pt x="1157255" y="204107"/>
                </a:lnTo>
                <a:lnTo>
                  <a:pt x="1188551" y="182357"/>
                </a:lnTo>
                <a:lnTo>
                  <a:pt x="1190303" y="178852"/>
                </a:lnTo>
                <a:lnTo>
                  <a:pt x="1225792" y="178852"/>
                </a:lnTo>
                <a:lnTo>
                  <a:pt x="1225792" y="176223"/>
                </a:lnTo>
                <a:lnTo>
                  <a:pt x="1151028" y="176223"/>
                </a:lnTo>
                <a:lnTo>
                  <a:pt x="1144934" y="174283"/>
                </a:lnTo>
                <a:lnTo>
                  <a:pt x="1124257" y="138794"/>
                </a:lnTo>
                <a:lnTo>
                  <a:pt x="1124268" y="120142"/>
                </a:lnTo>
                <a:lnTo>
                  <a:pt x="1144581" y="85342"/>
                </a:lnTo>
                <a:lnTo>
                  <a:pt x="1150902" y="83370"/>
                </a:lnTo>
                <a:lnTo>
                  <a:pt x="1225792" y="83370"/>
                </a:lnTo>
                <a:lnTo>
                  <a:pt x="1225792" y="81299"/>
                </a:lnTo>
                <a:lnTo>
                  <a:pt x="1190347" y="81299"/>
                </a:lnTo>
                <a:lnTo>
                  <a:pt x="1188551" y="77706"/>
                </a:lnTo>
                <a:lnTo>
                  <a:pt x="1186078" y="73981"/>
                </a:lnTo>
                <a:lnTo>
                  <a:pt x="1182886" y="70038"/>
                </a:lnTo>
                <a:lnTo>
                  <a:pt x="1179694" y="66032"/>
                </a:lnTo>
                <a:lnTo>
                  <a:pt x="1175375" y="62621"/>
                </a:lnTo>
                <a:lnTo>
                  <a:pt x="1169930" y="59805"/>
                </a:lnTo>
                <a:lnTo>
                  <a:pt x="1164485" y="56926"/>
                </a:lnTo>
                <a:lnTo>
                  <a:pt x="1157537" y="55486"/>
                </a:lnTo>
                <a:close/>
              </a:path>
              <a:path w="1447800" h="205105">
                <a:moveTo>
                  <a:pt x="1225792" y="178852"/>
                </a:moveTo>
                <a:lnTo>
                  <a:pt x="1192369" y="178852"/>
                </a:lnTo>
                <a:lnTo>
                  <a:pt x="1192369" y="201572"/>
                </a:lnTo>
                <a:lnTo>
                  <a:pt x="1225792" y="201572"/>
                </a:lnTo>
                <a:lnTo>
                  <a:pt x="1225792" y="178852"/>
                </a:lnTo>
                <a:close/>
              </a:path>
              <a:path w="1447800" h="205105">
                <a:moveTo>
                  <a:pt x="1225792" y="83370"/>
                </a:moveTo>
                <a:lnTo>
                  <a:pt x="1165799" y="83370"/>
                </a:lnTo>
                <a:lnTo>
                  <a:pt x="1172046" y="85342"/>
                </a:lnTo>
                <a:lnTo>
                  <a:pt x="1182041" y="92915"/>
                </a:lnTo>
                <a:lnTo>
                  <a:pt x="1185859" y="98267"/>
                </a:lnTo>
                <a:lnTo>
                  <a:pt x="1188425" y="105151"/>
                </a:lnTo>
                <a:lnTo>
                  <a:pt x="1191054" y="112036"/>
                </a:lnTo>
                <a:lnTo>
                  <a:pt x="1192369" y="120142"/>
                </a:lnTo>
                <a:lnTo>
                  <a:pt x="1192369" y="138794"/>
                </a:lnTo>
                <a:lnTo>
                  <a:pt x="1191125" y="146524"/>
                </a:lnTo>
                <a:lnTo>
                  <a:pt x="1191054" y="146962"/>
                </a:lnTo>
                <a:lnTo>
                  <a:pt x="1165674" y="176223"/>
                </a:lnTo>
                <a:lnTo>
                  <a:pt x="1225792" y="176223"/>
                </a:lnTo>
                <a:lnTo>
                  <a:pt x="1225792" y="83370"/>
                </a:lnTo>
                <a:close/>
              </a:path>
              <a:path w="1447800" h="205105">
                <a:moveTo>
                  <a:pt x="1225792" y="9294"/>
                </a:moveTo>
                <a:lnTo>
                  <a:pt x="1191711" y="9294"/>
                </a:lnTo>
                <a:lnTo>
                  <a:pt x="1191711" y="81299"/>
                </a:lnTo>
                <a:lnTo>
                  <a:pt x="1225792" y="81299"/>
                </a:lnTo>
                <a:lnTo>
                  <a:pt x="1225792" y="9294"/>
                </a:lnTo>
                <a:close/>
              </a:path>
              <a:path w="1447800" h="205105">
                <a:moveTo>
                  <a:pt x="1321423" y="55486"/>
                </a:moveTo>
                <a:lnTo>
                  <a:pt x="1311430" y="56079"/>
                </a:lnTo>
                <a:lnTo>
                  <a:pt x="1301798" y="57915"/>
                </a:lnTo>
                <a:lnTo>
                  <a:pt x="1301935" y="57915"/>
                </a:lnTo>
                <a:lnTo>
                  <a:pt x="1293451" y="60820"/>
                </a:lnTo>
                <a:lnTo>
                  <a:pt x="1261618" y="91256"/>
                </a:lnTo>
                <a:lnTo>
                  <a:pt x="1253750" y="119187"/>
                </a:lnTo>
                <a:lnTo>
                  <a:pt x="1253696" y="119528"/>
                </a:lnTo>
                <a:lnTo>
                  <a:pt x="1253265" y="128341"/>
                </a:lnTo>
                <a:lnTo>
                  <a:pt x="1253168" y="130313"/>
                </a:lnTo>
                <a:lnTo>
                  <a:pt x="1253576" y="138763"/>
                </a:lnTo>
                <a:lnTo>
                  <a:pt x="1266294" y="177490"/>
                </a:lnTo>
                <a:lnTo>
                  <a:pt x="1302998" y="202135"/>
                </a:lnTo>
                <a:lnTo>
                  <a:pt x="1323207" y="204389"/>
                </a:lnTo>
                <a:lnTo>
                  <a:pt x="1331375" y="204072"/>
                </a:lnTo>
                <a:lnTo>
                  <a:pt x="1369997" y="189250"/>
                </a:lnTo>
                <a:lnTo>
                  <a:pt x="1380460" y="177913"/>
                </a:lnTo>
                <a:lnTo>
                  <a:pt x="1316291" y="177913"/>
                </a:lnTo>
                <a:lnTo>
                  <a:pt x="1309844" y="176348"/>
                </a:lnTo>
                <a:lnTo>
                  <a:pt x="1286873" y="146305"/>
                </a:lnTo>
                <a:lnTo>
                  <a:pt x="1286887" y="138763"/>
                </a:lnTo>
                <a:lnTo>
                  <a:pt x="1269129" y="138763"/>
                </a:lnTo>
                <a:lnTo>
                  <a:pt x="1269129" y="115854"/>
                </a:lnTo>
                <a:lnTo>
                  <a:pt x="1286928" y="115854"/>
                </a:lnTo>
                <a:lnTo>
                  <a:pt x="1286936" y="111473"/>
                </a:lnTo>
                <a:lnTo>
                  <a:pt x="1303585" y="87032"/>
                </a:lnTo>
                <a:lnTo>
                  <a:pt x="1308842" y="83652"/>
                </a:lnTo>
                <a:lnTo>
                  <a:pt x="1314945" y="81962"/>
                </a:lnTo>
                <a:lnTo>
                  <a:pt x="1375020" y="81962"/>
                </a:lnTo>
                <a:lnTo>
                  <a:pt x="1371969" y="77713"/>
                </a:lnTo>
                <a:lnTo>
                  <a:pt x="1334379" y="56566"/>
                </a:lnTo>
                <a:lnTo>
                  <a:pt x="1327995" y="55756"/>
                </a:lnTo>
                <a:lnTo>
                  <a:pt x="1321423" y="55486"/>
                </a:lnTo>
                <a:close/>
              </a:path>
              <a:path w="1447800" h="205105">
                <a:moveTo>
                  <a:pt x="1354189" y="159324"/>
                </a:moveTo>
                <a:lnTo>
                  <a:pt x="1328621" y="177913"/>
                </a:lnTo>
                <a:lnTo>
                  <a:pt x="1380460" y="177913"/>
                </a:lnTo>
                <a:lnTo>
                  <a:pt x="1383920" y="171278"/>
                </a:lnTo>
                <a:lnTo>
                  <a:pt x="1385803" y="163392"/>
                </a:lnTo>
                <a:lnTo>
                  <a:pt x="1385922" y="162891"/>
                </a:lnTo>
                <a:lnTo>
                  <a:pt x="1354189" y="159324"/>
                </a:lnTo>
                <a:close/>
              </a:path>
              <a:path w="1447800" h="205105">
                <a:moveTo>
                  <a:pt x="1286928" y="115854"/>
                </a:moveTo>
                <a:lnTo>
                  <a:pt x="1269129" y="115854"/>
                </a:lnTo>
                <a:lnTo>
                  <a:pt x="1269129" y="138763"/>
                </a:lnTo>
                <a:lnTo>
                  <a:pt x="1286887" y="138763"/>
                </a:lnTo>
                <a:lnTo>
                  <a:pt x="1286928" y="115854"/>
                </a:lnTo>
                <a:close/>
              </a:path>
              <a:path w="1447800" h="205105">
                <a:moveTo>
                  <a:pt x="1375020" y="81962"/>
                </a:moveTo>
                <a:lnTo>
                  <a:pt x="1328402" y="81962"/>
                </a:lnTo>
                <a:lnTo>
                  <a:pt x="1334098" y="83433"/>
                </a:lnTo>
                <a:lnTo>
                  <a:pt x="1343924" y="89316"/>
                </a:lnTo>
                <a:lnTo>
                  <a:pt x="1347773" y="93353"/>
                </a:lnTo>
                <a:lnTo>
                  <a:pt x="1353281" y="103555"/>
                </a:lnTo>
                <a:lnTo>
                  <a:pt x="1354691" y="109423"/>
                </a:lnTo>
                <a:lnTo>
                  <a:pt x="1354752" y="115854"/>
                </a:lnTo>
                <a:lnTo>
                  <a:pt x="1286928" y="115854"/>
                </a:lnTo>
                <a:lnTo>
                  <a:pt x="1286887" y="138763"/>
                </a:lnTo>
                <a:lnTo>
                  <a:pt x="1387331" y="138763"/>
                </a:lnTo>
                <a:lnTo>
                  <a:pt x="1387331" y="128341"/>
                </a:lnTo>
                <a:lnTo>
                  <a:pt x="1387014" y="119528"/>
                </a:lnTo>
                <a:lnTo>
                  <a:pt x="1387002" y="119187"/>
                </a:lnTo>
                <a:lnTo>
                  <a:pt x="1386107" y="111473"/>
                </a:lnTo>
                <a:lnTo>
                  <a:pt x="1386016" y="110691"/>
                </a:lnTo>
                <a:lnTo>
                  <a:pt x="1384373" y="102851"/>
                </a:lnTo>
                <a:lnTo>
                  <a:pt x="1382073" y="95669"/>
                </a:lnTo>
                <a:lnTo>
                  <a:pt x="1379304" y="89316"/>
                </a:lnTo>
                <a:lnTo>
                  <a:pt x="1379198" y="89074"/>
                </a:lnTo>
                <a:lnTo>
                  <a:pt x="1376147" y="83652"/>
                </a:lnTo>
                <a:lnTo>
                  <a:pt x="1376023" y="83433"/>
                </a:lnTo>
                <a:lnTo>
                  <a:pt x="1375935" y="83276"/>
                </a:lnTo>
                <a:lnTo>
                  <a:pt x="1375830" y="83088"/>
                </a:lnTo>
                <a:lnTo>
                  <a:pt x="1375020" y="81962"/>
                </a:lnTo>
                <a:close/>
              </a:path>
              <a:path w="1447800" h="205105">
                <a:moveTo>
                  <a:pt x="1447426" y="9294"/>
                </a:moveTo>
                <a:lnTo>
                  <a:pt x="1413439" y="9294"/>
                </a:lnTo>
                <a:lnTo>
                  <a:pt x="1413439" y="201572"/>
                </a:lnTo>
                <a:lnTo>
                  <a:pt x="1447426" y="201572"/>
                </a:lnTo>
                <a:lnTo>
                  <a:pt x="1447426" y="9294"/>
                </a:lnTo>
                <a:close/>
              </a:path>
            </a:pathLst>
          </a:custGeom>
          <a:solidFill>
            <a:srgbClr val="BCC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918906" y="2743696"/>
            <a:ext cx="755387" cy="755387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886557" y="2754064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377693" y="0"/>
                </a:moveTo>
                <a:lnTo>
                  <a:pt x="330316" y="2942"/>
                </a:lnTo>
                <a:lnTo>
                  <a:pt x="284695" y="11535"/>
                </a:lnTo>
                <a:lnTo>
                  <a:pt x="241184" y="25423"/>
                </a:lnTo>
                <a:lnTo>
                  <a:pt x="200137" y="44252"/>
                </a:lnTo>
                <a:lnTo>
                  <a:pt x="161909" y="67670"/>
                </a:lnTo>
                <a:lnTo>
                  <a:pt x="126852" y="95321"/>
                </a:lnTo>
                <a:lnTo>
                  <a:pt x="95321" y="126852"/>
                </a:lnTo>
                <a:lnTo>
                  <a:pt x="67670" y="161909"/>
                </a:lnTo>
                <a:lnTo>
                  <a:pt x="44252" y="200137"/>
                </a:lnTo>
                <a:lnTo>
                  <a:pt x="25423" y="241184"/>
                </a:lnTo>
                <a:lnTo>
                  <a:pt x="11535" y="284695"/>
                </a:lnTo>
                <a:lnTo>
                  <a:pt x="2942" y="330316"/>
                </a:lnTo>
                <a:lnTo>
                  <a:pt x="0" y="377693"/>
                </a:lnTo>
                <a:lnTo>
                  <a:pt x="2942" y="425070"/>
                </a:lnTo>
                <a:lnTo>
                  <a:pt x="11535" y="470691"/>
                </a:lnTo>
                <a:lnTo>
                  <a:pt x="25423" y="514202"/>
                </a:lnTo>
                <a:lnTo>
                  <a:pt x="44252" y="555249"/>
                </a:lnTo>
                <a:lnTo>
                  <a:pt x="67670" y="593477"/>
                </a:lnTo>
                <a:lnTo>
                  <a:pt x="95321" y="628534"/>
                </a:lnTo>
                <a:lnTo>
                  <a:pt x="126852" y="660065"/>
                </a:lnTo>
                <a:lnTo>
                  <a:pt x="161909" y="687716"/>
                </a:lnTo>
                <a:lnTo>
                  <a:pt x="200137" y="711134"/>
                </a:lnTo>
                <a:lnTo>
                  <a:pt x="241184" y="729963"/>
                </a:lnTo>
                <a:lnTo>
                  <a:pt x="284695" y="743851"/>
                </a:lnTo>
                <a:lnTo>
                  <a:pt x="330316" y="752444"/>
                </a:lnTo>
                <a:lnTo>
                  <a:pt x="377693" y="755386"/>
                </a:lnTo>
                <a:lnTo>
                  <a:pt x="425070" y="752444"/>
                </a:lnTo>
                <a:lnTo>
                  <a:pt x="470691" y="743851"/>
                </a:lnTo>
                <a:lnTo>
                  <a:pt x="514202" y="729963"/>
                </a:lnTo>
                <a:lnTo>
                  <a:pt x="555249" y="711134"/>
                </a:lnTo>
                <a:lnTo>
                  <a:pt x="593477" y="687716"/>
                </a:lnTo>
                <a:lnTo>
                  <a:pt x="628534" y="660065"/>
                </a:lnTo>
                <a:lnTo>
                  <a:pt x="660065" y="628534"/>
                </a:lnTo>
                <a:lnTo>
                  <a:pt x="687716" y="593477"/>
                </a:lnTo>
                <a:lnTo>
                  <a:pt x="711134" y="555249"/>
                </a:lnTo>
                <a:lnTo>
                  <a:pt x="729963" y="514202"/>
                </a:lnTo>
                <a:lnTo>
                  <a:pt x="743851" y="470691"/>
                </a:lnTo>
                <a:lnTo>
                  <a:pt x="752444" y="425070"/>
                </a:lnTo>
                <a:lnTo>
                  <a:pt x="755386" y="377693"/>
                </a:lnTo>
                <a:lnTo>
                  <a:pt x="752444" y="330316"/>
                </a:lnTo>
                <a:lnTo>
                  <a:pt x="743851" y="284695"/>
                </a:lnTo>
                <a:lnTo>
                  <a:pt x="729963" y="241184"/>
                </a:lnTo>
                <a:lnTo>
                  <a:pt x="711134" y="200137"/>
                </a:lnTo>
                <a:lnTo>
                  <a:pt x="687716" y="161909"/>
                </a:lnTo>
                <a:lnTo>
                  <a:pt x="660065" y="126852"/>
                </a:lnTo>
                <a:lnTo>
                  <a:pt x="628534" y="95321"/>
                </a:lnTo>
                <a:lnTo>
                  <a:pt x="593477" y="67670"/>
                </a:lnTo>
                <a:lnTo>
                  <a:pt x="555249" y="44252"/>
                </a:lnTo>
                <a:lnTo>
                  <a:pt x="514202" y="25423"/>
                </a:lnTo>
                <a:lnTo>
                  <a:pt x="470691" y="11535"/>
                </a:lnTo>
                <a:lnTo>
                  <a:pt x="425070" y="2942"/>
                </a:lnTo>
                <a:lnTo>
                  <a:pt x="377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893345" y="2754064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325958" y="267855"/>
                </a:moveTo>
                <a:lnTo>
                  <a:pt x="318922" y="260819"/>
                </a:lnTo>
                <a:lnTo>
                  <a:pt x="310248" y="260819"/>
                </a:lnTo>
                <a:lnTo>
                  <a:pt x="294538" y="260819"/>
                </a:lnTo>
                <a:lnTo>
                  <a:pt x="294538" y="292227"/>
                </a:lnTo>
                <a:lnTo>
                  <a:pt x="294538" y="328269"/>
                </a:lnTo>
                <a:lnTo>
                  <a:pt x="258508" y="328269"/>
                </a:lnTo>
                <a:lnTo>
                  <a:pt x="258508" y="292227"/>
                </a:lnTo>
                <a:lnTo>
                  <a:pt x="294538" y="292227"/>
                </a:lnTo>
                <a:lnTo>
                  <a:pt x="294538" y="260819"/>
                </a:lnTo>
                <a:lnTo>
                  <a:pt x="242798" y="260819"/>
                </a:lnTo>
                <a:lnTo>
                  <a:pt x="234124" y="260819"/>
                </a:lnTo>
                <a:lnTo>
                  <a:pt x="227101" y="267855"/>
                </a:lnTo>
                <a:lnTo>
                  <a:pt x="227101" y="352640"/>
                </a:lnTo>
                <a:lnTo>
                  <a:pt x="234124" y="359676"/>
                </a:lnTo>
                <a:lnTo>
                  <a:pt x="242798" y="359676"/>
                </a:lnTo>
                <a:lnTo>
                  <a:pt x="310248" y="359676"/>
                </a:lnTo>
                <a:lnTo>
                  <a:pt x="318922" y="359676"/>
                </a:lnTo>
                <a:lnTo>
                  <a:pt x="325958" y="352640"/>
                </a:lnTo>
                <a:lnTo>
                  <a:pt x="325958" y="328269"/>
                </a:lnTo>
                <a:lnTo>
                  <a:pt x="325958" y="292227"/>
                </a:lnTo>
                <a:lnTo>
                  <a:pt x="325958" y="267855"/>
                </a:lnTo>
                <a:close/>
              </a:path>
              <a:path w="755650" h="755650">
                <a:moveTo>
                  <a:pt x="427126" y="470192"/>
                </a:moveTo>
                <a:lnTo>
                  <a:pt x="420090" y="463156"/>
                </a:lnTo>
                <a:lnTo>
                  <a:pt x="411416" y="463156"/>
                </a:lnTo>
                <a:lnTo>
                  <a:pt x="242798" y="463156"/>
                </a:lnTo>
                <a:lnTo>
                  <a:pt x="234124" y="463156"/>
                </a:lnTo>
                <a:lnTo>
                  <a:pt x="227101" y="470192"/>
                </a:lnTo>
                <a:lnTo>
                  <a:pt x="227101" y="487540"/>
                </a:lnTo>
                <a:lnTo>
                  <a:pt x="234124" y="494563"/>
                </a:lnTo>
                <a:lnTo>
                  <a:pt x="242798" y="494563"/>
                </a:lnTo>
                <a:lnTo>
                  <a:pt x="411416" y="494563"/>
                </a:lnTo>
                <a:lnTo>
                  <a:pt x="420090" y="494563"/>
                </a:lnTo>
                <a:lnTo>
                  <a:pt x="427126" y="487540"/>
                </a:lnTo>
                <a:lnTo>
                  <a:pt x="427126" y="470192"/>
                </a:lnTo>
                <a:close/>
              </a:path>
              <a:path w="755650" h="755650">
                <a:moveTo>
                  <a:pt x="427126" y="402742"/>
                </a:moveTo>
                <a:lnTo>
                  <a:pt x="420090" y="395706"/>
                </a:lnTo>
                <a:lnTo>
                  <a:pt x="411416" y="395706"/>
                </a:lnTo>
                <a:lnTo>
                  <a:pt x="242798" y="395706"/>
                </a:lnTo>
                <a:lnTo>
                  <a:pt x="234124" y="395706"/>
                </a:lnTo>
                <a:lnTo>
                  <a:pt x="227101" y="402742"/>
                </a:lnTo>
                <a:lnTo>
                  <a:pt x="227101" y="420090"/>
                </a:lnTo>
                <a:lnTo>
                  <a:pt x="234124" y="427126"/>
                </a:lnTo>
                <a:lnTo>
                  <a:pt x="242798" y="427126"/>
                </a:lnTo>
                <a:lnTo>
                  <a:pt x="411416" y="427126"/>
                </a:lnTo>
                <a:lnTo>
                  <a:pt x="420090" y="427126"/>
                </a:lnTo>
                <a:lnTo>
                  <a:pt x="427126" y="420090"/>
                </a:lnTo>
                <a:lnTo>
                  <a:pt x="427126" y="402742"/>
                </a:lnTo>
                <a:close/>
              </a:path>
              <a:path w="755650" h="755650">
                <a:moveTo>
                  <a:pt x="427126" y="335292"/>
                </a:moveTo>
                <a:lnTo>
                  <a:pt x="420090" y="328269"/>
                </a:lnTo>
                <a:lnTo>
                  <a:pt x="411416" y="328269"/>
                </a:lnTo>
                <a:lnTo>
                  <a:pt x="377698" y="328269"/>
                </a:lnTo>
                <a:lnTo>
                  <a:pt x="369023" y="328269"/>
                </a:lnTo>
                <a:lnTo>
                  <a:pt x="361988" y="335292"/>
                </a:lnTo>
                <a:lnTo>
                  <a:pt x="361988" y="352640"/>
                </a:lnTo>
                <a:lnTo>
                  <a:pt x="369023" y="359676"/>
                </a:lnTo>
                <a:lnTo>
                  <a:pt x="377698" y="359676"/>
                </a:lnTo>
                <a:lnTo>
                  <a:pt x="411416" y="359676"/>
                </a:lnTo>
                <a:lnTo>
                  <a:pt x="420090" y="359676"/>
                </a:lnTo>
                <a:lnTo>
                  <a:pt x="427126" y="352640"/>
                </a:lnTo>
                <a:lnTo>
                  <a:pt x="427126" y="335292"/>
                </a:lnTo>
                <a:close/>
              </a:path>
              <a:path w="755650" h="755650">
                <a:moveTo>
                  <a:pt x="427126" y="267855"/>
                </a:moveTo>
                <a:lnTo>
                  <a:pt x="420090" y="260819"/>
                </a:lnTo>
                <a:lnTo>
                  <a:pt x="411416" y="260819"/>
                </a:lnTo>
                <a:lnTo>
                  <a:pt x="377698" y="260819"/>
                </a:lnTo>
                <a:lnTo>
                  <a:pt x="369023" y="260819"/>
                </a:lnTo>
                <a:lnTo>
                  <a:pt x="361988" y="267855"/>
                </a:lnTo>
                <a:lnTo>
                  <a:pt x="361988" y="285203"/>
                </a:lnTo>
                <a:lnTo>
                  <a:pt x="369023" y="292227"/>
                </a:lnTo>
                <a:lnTo>
                  <a:pt x="377698" y="292227"/>
                </a:lnTo>
                <a:lnTo>
                  <a:pt x="411416" y="292227"/>
                </a:lnTo>
                <a:lnTo>
                  <a:pt x="420090" y="292227"/>
                </a:lnTo>
                <a:lnTo>
                  <a:pt x="427126" y="285203"/>
                </a:lnTo>
                <a:lnTo>
                  <a:pt x="427126" y="267855"/>
                </a:lnTo>
                <a:close/>
              </a:path>
              <a:path w="755650" h="755650">
                <a:moveTo>
                  <a:pt x="595731" y="301815"/>
                </a:moveTo>
                <a:lnTo>
                  <a:pt x="592518" y="285864"/>
                </a:lnTo>
                <a:lnTo>
                  <a:pt x="583730" y="272821"/>
                </a:lnTo>
                <a:lnTo>
                  <a:pt x="570699" y="264045"/>
                </a:lnTo>
                <a:lnTo>
                  <a:pt x="564324" y="262763"/>
                </a:lnTo>
                <a:lnTo>
                  <a:pt x="564324" y="296519"/>
                </a:lnTo>
                <a:lnTo>
                  <a:pt x="564324" y="512584"/>
                </a:lnTo>
                <a:lnTo>
                  <a:pt x="561581" y="526161"/>
                </a:lnTo>
                <a:lnTo>
                  <a:pt x="554113" y="537248"/>
                </a:lnTo>
                <a:lnTo>
                  <a:pt x="543026" y="544728"/>
                </a:lnTo>
                <a:lnTo>
                  <a:pt x="529450" y="547458"/>
                </a:lnTo>
                <a:lnTo>
                  <a:pt x="515874" y="544728"/>
                </a:lnTo>
                <a:lnTo>
                  <a:pt x="504786" y="537248"/>
                </a:lnTo>
                <a:lnTo>
                  <a:pt x="497306" y="526161"/>
                </a:lnTo>
                <a:lnTo>
                  <a:pt x="494563" y="512584"/>
                </a:lnTo>
                <a:lnTo>
                  <a:pt x="494563" y="292227"/>
                </a:lnTo>
                <a:lnTo>
                  <a:pt x="554736" y="292227"/>
                </a:lnTo>
                <a:lnTo>
                  <a:pt x="560031" y="292227"/>
                </a:lnTo>
                <a:lnTo>
                  <a:pt x="564324" y="296519"/>
                </a:lnTo>
                <a:lnTo>
                  <a:pt x="564324" y="262763"/>
                </a:lnTo>
                <a:lnTo>
                  <a:pt x="554736" y="260819"/>
                </a:lnTo>
                <a:lnTo>
                  <a:pt x="494563" y="260819"/>
                </a:lnTo>
                <a:lnTo>
                  <a:pt x="494563" y="217512"/>
                </a:lnTo>
                <a:lnTo>
                  <a:pt x="491350" y="201549"/>
                </a:lnTo>
                <a:lnTo>
                  <a:pt x="482561" y="188518"/>
                </a:lnTo>
                <a:lnTo>
                  <a:pt x="474472" y="183070"/>
                </a:lnTo>
                <a:lnTo>
                  <a:pt x="474472" y="547458"/>
                </a:lnTo>
                <a:lnTo>
                  <a:pt x="225945" y="547458"/>
                </a:lnTo>
                <a:lnTo>
                  <a:pt x="212369" y="544728"/>
                </a:lnTo>
                <a:lnTo>
                  <a:pt x="201282" y="537248"/>
                </a:lnTo>
                <a:lnTo>
                  <a:pt x="193802" y="526161"/>
                </a:lnTo>
                <a:lnTo>
                  <a:pt x="191058" y="512584"/>
                </a:lnTo>
                <a:lnTo>
                  <a:pt x="191058" y="212217"/>
                </a:lnTo>
                <a:lnTo>
                  <a:pt x="195351" y="207924"/>
                </a:lnTo>
                <a:lnTo>
                  <a:pt x="200647" y="207924"/>
                </a:lnTo>
                <a:lnTo>
                  <a:pt x="453567" y="207924"/>
                </a:lnTo>
                <a:lnTo>
                  <a:pt x="458863" y="207924"/>
                </a:lnTo>
                <a:lnTo>
                  <a:pt x="463156" y="212217"/>
                </a:lnTo>
                <a:lnTo>
                  <a:pt x="463156" y="512584"/>
                </a:lnTo>
                <a:lnTo>
                  <a:pt x="468363" y="538391"/>
                </a:lnTo>
                <a:lnTo>
                  <a:pt x="474472" y="547458"/>
                </a:lnTo>
                <a:lnTo>
                  <a:pt x="474472" y="183070"/>
                </a:lnTo>
                <a:lnTo>
                  <a:pt x="469531" y="179730"/>
                </a:lnTo>
                <a:lnTo>
                  <a:pt x="453567" y="176517"/>
                </a:lnTo>
                <a:lnTo>
                  <a:pt x="200647" y="176517"/>
                </a:lnTo>
                <a:lnTo>
                  <a:pt x="184696" y="179730"/>
                </a:lnTo>
                <a:lnTo>
                  <a:pt x="171653" y="188518"/>
                </a:lnTo>
                <a:lnTo>
                  <a:pt x="162877" y="201549"/>
                </a:lnTo>
                <a:lnTo>
                  <a:pt x="159651" y="217512"/>
                </a:lnTo>
                <a:lnTo>
                  <a:pt x="159651" y="512584"/>
                </a:lnTo>
                <a:lnTo>
                  <a:pt x="164858" y="538391"/>
                </a:lnTo>
                <a:lnTo>
                  <a:pt x="179070" y="559460"/>
                </a:lnTo>
                <a:lnTo>
                  <a:pt x="200139" y="573671"/>
                </a:lnTo>
                <a:lnTo>
                  <a:pt x="225945" y="578878"/>
                </a:lnTo>
                <a:lnTo>
                  <a:pt x="529450" y="578878"/>
                </a:lnTo>
                <a:lnTo>
                  <a:pt x="555244" y="573671"/>
                </a:lnTo>
                <a:lnTo>
                  <a:pt x="576326" y="559460"/>
                </a:lnTo>
                <a:lnTo>
                  <a:pt x="590524" y="538391"/>
                </a:lnTo>
                <a:lnTo>
                  <a:pt x="595731" y="512584"/>
                </a:lnTo>
                <a:lnTo>
                  <a:pt x="595731" y="301815"/>
                </a:lnTo>
                <a:close/>
              </a:path>
              <a:path w="755650" h="755650">
                <a:moveTo>
                  <a:pt x="755383" y="377698"/>
                </a:moveTo>
                <a:lnTo>
                  <a:pt x="752449" y="330314"/>
                </a:lnTo>
                <a:lnTo>
                  <a:pt x="743851" y="284695"/>
                </a:lnTo>
                <a:lnTo>
                  <a:pt x="729970" y="241185"/>
                </a:lnTo>
                <a:lnTo>
                  <a:pt x="729208" y="239534"/>
                </a:lnTo>
                <a:lnTo>
                  <a:pt x="729208" y="377698"/>
                </a:lnTo>
                <a:lnTo>
                  <a:pt x="726020" y="425069"/>
                </a:lnTo>
                <a:lnTo>
                  <a:pt x="716749" y="470687"/>
                </a:lnTo>
                <a:lnTo>
                  <a:pt x="701700" y="514197"/>
                </a:lnTo>
                <a:lnTo>
                  <a:pt x="681215" y="555117"/>
                </a:lnTo>
                <a:lnTo>
                  <a:pt x="655967" y="592493"/>
                </a:lnTo>
                <a:lnTo>
                  <a:pt x="626249" y="626249"/>
                </a:lnTo>
                <a:lnTo>
                  <a:pt x="592493" y="655967"/>
                </a:lnTo>
                <a:lnTo>
                  <a:pt x="555117" y="681215"/>
                </a:lnTo>
                <a:lnTo>
                  <a:pt x="514515" y="701586"/>
                </a:lnTo>
                <a:lnTo>
                  <a:pt x="471144" y="716648"/>
                </a:lnTo>
                <a:lnTo>
                  <a:pt x="425386" y="725995"/>
                </a:lnTo>
                <a:lnTo>
                  <a:pt x="377698" y="729208"/>
                </a:lnTo>
                <a:lnTo>
                  <a:pt x="329996" y="725995"/>
                </a:lnTo>
                <a:lnTo>
                  <a:pt x="284251" y="716648"/>
                </a:lnTo>
                <a:lnTo>
                  <a:pt x="240868" y="701586"/>
                </a:lnTo>
                <a:lnTo>
                  <a:pt x="200279" y="681215"/>
                </a:lnTo>
                <a:lnTo>
                  <a:pt x="162890" y="655967"/>
                </a:lnTo>
                <a:lnTo>
                  <a:pt x="129133" y="626249"/>
                </a:lnTo>
                <a:lnTo>
                  <a:pt x="99415" y="592493"/>
                </a:lnTo>
                <a:lnTo>
                  <a:pt x="74269" y="555244"/>
                </a:lnTo>
                <a:lnTo>
                  <a:pt x="74168" y="555117"/>
                </a:lnTo>
                <a:lnTo>
                  <a:pt x="53797" y="514515"/>
                </a:lnTo>
                <a:lnTo>
                  <a:pt x="38735" y="471144"/>
                </a:lnTo>
                <a:lnTo>
                  <a:pt x="29387" y="425386"/>
                </a:lnTo>
                <a:lnTo>
                  <a:pt x="26174" y="377698"/>
                </a:lnTo>
                <a:lnTo>
                  <a:pt x="29362" y="330314"/>
                </a:lnTo>
                <a:lnTo>
                  <a:pt x="29387" y="329996"/>
                </a:lnTo>
                <a:lnTo>
                  <a:pt x="38646" y="284695"/>
                </a:lnTo>
                <a:lnTo>
                  <a:pt x="38735" y="284251"/>
                </a:lnTo>
                <a:lnTo>
                  <a:pt x="53695" y="241185"/>
                </a:lnTo>
                <a:lnTo>
                  <a:pt x="53797" y="240868"/>
                </a:lnTo>
                <a:lnTo>
                  <a:pt x="74168" y="200279"/>
                </a:lnTo>
                <a:lnTo>
                  <a:pt x="99415" y="162890"/>
                </a:lnTo>
                <a:lnTo>
                  <a:pt x="129133" y="129133"/>
                </a:lnTo>
                <a:lnTo>
                  <a:pt x="162890" y="99415"/>
                </a:lnTo>
                <a:lnTo>
                  <a:pt x="200279" y="74168"/>
                </a:lnTo>
                <a:lnTo>
                  <a:pt x="240868" y="53797"/>
                </a:lnTo>
                <a:lnTo>
                  <a:pt x="284251" y="38735"/>
                </a:lnTo>
                <a:lnTo>
                  <a:pt x="329996" y="29387"/>
                </a:lnTo>
                <a:lnTo>
                  <a:pt x="377698" y="26174"/>
                </a:lnTo>
                <a:lnTo>
                  <a:pt x="425386" y="29387"/>
                </a:lnTo>
                <a:lnTo>
                  <a:pt x="471144" y="38735"/>
                </a:lnTo>
                <a:lnTo>
                  <a:pt x="514515" y="53797"/>
                </a:lnTo>
                <a:lnTo>
                  <a:pt x="555117" y="74168"/>
                </a:lnTo>
                <a:lnTo>
                  <a:pt x="592493" y="99415"/>
                </a:lnTo>
                <a:lnTo>
                  <a:pt x="626249" y="129133"/>
                </a:lnTo>
                <a:lnTo>
                  <a:pt x="655967" y="162890"/>
                </a:lnTo>
                <a:lnTo>
                  <a:pt x="681126" y="200139"/>
                </a:lnTo>
                <a:lnTo>
                  <a:pt x="701586" y="240868"/>
                </a:lnTo>
                <a:lnTo>
                  <a:pt x="716648" y="284251"/>
                </a:lnTo>
                <a:lnTo>
                  <a:pt x="725995" y="329996"/>
                </a:lnTo>
                <a:lnTo>
                  <a:pt x="729208" y="377698"/>
                </a:lnTo>
                <a:lnTo>
                  <a:pt x="729208" y="239534"/>
                </a:lnTo>
                <a:lnTo>
                  <a:pt x="711200" y="200279"/>
                </a:lnTo>
                <a:lnTo>
                  <a:pt x="711136" y="200139"/>
                </a:lnTo>
                <a:lnTo>
                  <a:pt x="687717" y="161912"/>
                </a:lnTo>
                <a:lnTo>
                  <a:pt x="660069" y="126847"/>
                </a:lnTo>
                <a:lnTo>
                  <a:pt x="628535" y="95326"/>
                </a:lnTo>
                <a:lnTo>
                  <a:pt x="593483" y="67665"/>
                </a:lnTo>
                <a:lnTo>
                  <a:pt x="555244" y="44259"/>
                </a:lnTo>
                <a:lnTo>
                  <a:pt x="514197" y="25425"/>
                </a:lnTo>
                <a:lnTo>
                  <a:pt x="470687" y="11531"/>
                </a:lnTo>
                <a:lnTo>
                  <a:pt x="425069" y="2946"/>
                </a:lnTo>
                <a:lnTo>
                  <a:pt x="377698" y="0"/>
                </a:lnTo>
                <a:lnTo>
                  <a:pt x="330314" y="2946"/>
                </a:lnTo>
                <a:lnTo>
                  <a:pt x="284695" y="11531"/>
                </a:lnTo>
                <a:lnTo>
                  <a:pt x="241185" y="25425"/>
                </a:lnTo>
                <a:lnTo>
                  <a:pt x="200139" y="44259"/>
                </a:lnTo>
                <a:lnTo>
                  <a:pt x="161912" y="67665"/>
                </a:lnTo>
                <a:lnTo>
                  <a:pt x="126847" y="95326"/>
                </a:lnTo>
                <a:lnTo>
                  <a:pt x="95326" y="126847"/>
                </a:lnTo>
                <a:lnTo>
                  <a:pt x="67665" y="161912"/>
                </a:lnTo>
                <a:lnTo>
                  <a:pt x="44259" y="200139"/>
                </a:lnTo>
                <a:lnTo>
                  <a:pt x="25425" y="241185"/>
                </a:lnTo>
                <a:lnTo>
                  <a:pt x="11531" y="284695"/>
                </a:lnTo>
                <a:lnTo>
                  <a:pt x="3009" y="329996"/>
                </a:lnTo>
                <a:lnTo>
                  <a:pt x="2946" y="330314"/>
                </a:lnTo>
                <a:lnTo>
                  <a:pt x="0" y="377698"/>
                </a:lnTo>
                <a:lnTo>
                  <a:pt x="2946" y="425069"/>
                </a:lnTo>
                <a:lnTo>
                  <a:pt x="11531" y="470687"/>
                </a:lnTo>
                <a:lnTo>
                  <a:pt x="25425" y="514197"/>
                </a:lnTo>
                <a:lnTo>
                  <a:pt x="44196" y="555117"/>
                </a:lnTo>
                <a:lnTo>
                  <a:pt x="67665" y="593483"/>
                </a:lnTo>
                <a:lnTo>
                  <a:pt x="95326" y="628535"/>
                </a:lnTo>
                <a:lnTo>
                  <a:pt x="126847" y="660069"/>
                </a:lnTo>
                <a:lnTo>
                  <a:pt x="161912" y="687717"/>
                </a:lnTo>
                <a:lnTo>
                  <a:pt x="200139" y="711136"/>
                </a:lnTo>
                <a:lnTo>
                  <a:pt x="241185" y="729970"/>
                </a:lnTo>
                <a:lnTo>
                  <a:pt x="284695" y="743851"/>
                </a:lnTo>
                <a:lnTo>
                  <a:pt x="330314" y="752449"/>
                </a:lnTo>
                <a:lnTo>
                  <a:pt x="377698" y="755383"/>
                </a:lnTo>
                <a:lnTo>
                  <a:pt x="425069" y="752449"/>
                </a:lnTo>
                <a:lnTo>
                  <a:pt x="470687" y="743851"/>
                </a:lnTo>
                <a:lnTo>
                  <a:pt x="514197" y="729970"/>
                </a:lnTo>
                <a:lnTo>
                  <a:pt x="555244" y="711136"/>
                </a:lnTo>
                <a:lnTo>
                  <a:pt x="593483" y="687717"/>
                </a:lnTo>
                <a:lnTo>
                  <a:pt x="628535" y="660069"/>
                </a:lnTo>
                <a:lnTo>
                  <a:pt x="660069" y="628535"/>
                </a:lnTo>
                <a:lnTo>
                  <a:pt x="687717" y="593483"/>
                </a:lnTo>
                <a:lnTo>
                  <a:pt x="711136" y="555244"/>
                </a:lnTo>
                <a:lnTo>
                  <a:pt x="729970" y="514197"/>
                </a:lnTo>
                <a:lnTo>
                  <a:pt x="743851" y="470687"/>
                </a:lnTo>
                <a:lnTo>
                  <a:pt x="752386" y="425386"/>
                </a:lnTo>
                <a:lnTo>
                  <a:pt x="752449" y="425069"/>
                </a:lnTo>
                <a:lnTo>
                  <a:pt x="755383" y="377698"/>
                </a:lnTo>
                <a:close/>
              </a:path>
            </a:pathLst>
          </a:custGeom>
          <a:solidFill>
            <a:srgbClr val="BCC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29700" y="2954591"/>
            <a:ext cx="1362287" cy="19509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76394" y="6971840"/>
            <a:ext cx="1374031" cy="83535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2918906" y="6862050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377693" y="0"/>
                </a:moveTo>
                <a:lnTo>
                  <a:pt x="330316" y="2942"/>
                </a:lnTo>
                <a:lnTo>
                  <a:pt x="284695" y="11535"/>
                </a:lnTo>
                <a:lnTo>
                  <a:pt x="241184" y="25423"/>
                </a:lnTo>
                <a:lnTo>
                  <a:pt x="200137" y="44252"/>
                </a:lnTo>
                <a:lnTo>
                  <a:pt x="161909" y="67670"/>
                </a:lnTo>
                <a:lnTo>
                  <a:pt x="126852" y="95321"/>
                </a:lnTo>
                <a:lnTo>
                  <a:pt x="95321" y="126852"/>
                </a:lnTo>
                <a:lnTo>
                  <a:pt x="67670" y="161909"/>
                </a:lnTo>
                <a:lnTo>
                  <a:pt x="44252" y="200137"/>
                </a:lnTo>
                <a:lnTo>
                  <a:pt x="25423" y="241184"/>
                </a:lnTo>
                <a:lnTo>
                  <a:pt x="11535" y="284695"/>
                </a:lnTo>
                <a:lnTo>
                  <a:pt x="2942" y="330316"/>
                </a:lnTo>
                <a:lnTo>
                  <a:pt x="0" y="377693"/>
                </a:lnTo>
                <a:lnTo>
                  <a:pt x="2942" y="425070"/>
                </a:lnTo>
                <a:lnTo>
                  <a:pt x="11535" y="470691"/>
                </a:lnTo>
                <a:lnTo>
                  <a:pt x="25423" y="514202"/>
                </a:lnTo>
                <a:lnTo>
                  <a:pt x="44252" y="555249"/>
                </a:lnTo>
                <a:lnTo>
                  <a:pt x="67670" y="593477"/>
                </a:lnTo>
                <a:lnTo>
                  <a:pt x="95321" y="628534"/>
                </a:lnTo>
                <a:lnTo>
                  <a:pt x="126852" y="660065"/>
                </a:lnTo>
                <a:lnTo>
                  <a:pt x="161909" y="687716"/>
                </a:lnTo>
                <a:lnTo>
                  <a:pt x="200137" y="711134"/>
                </a:lnTo>
                <a:lnTo>
                  <a:pt x="241184" y="729963"/>
                </a:lnTo>
                <a:lnTo>
                  <a:pt x="284695" y="743851"/>
                </a:lnTo>
                <a:lnTo>
                  <a:pt x="330316" y="752444"/>
                </a:lnTo>
                <a:lnTo>
                  <a:pt x="377693" y="755386"/>
                </a:lnTo>
                <a:lnTo>
                  <a:pt x="425070" y="752444"/>
                </a:lnTo>
                <a:lnTo>
                  <a:pt x="470691" y="743851"/>
                </a:lnTo>
                <a:lnTo>
                  <a:pt x="514202" y="729963"/>
                </a:lnTo>
                <a:lnTo>
                  <a:pt x="555249" y="711134"/>
                </a:lnTo>
                <a:lnTo>
                  <a:pt x="593477" y="687716"/>
                </a:lnTo>
                <a:lnTo>
                  <a:pt x="628534" y="660065"/>
                </a:lnTo>
                <a:lnTo>
                  <a:pt x="660065" y="628534"/>
                </a:lnTo>
                <a:lnTo>
                  <a:pt x="687716" y="593477"/>
                </a:lnTo>
                <a:lnTo>
                  <a:pt x="711134" y="555249"/>
                </a:lnTo>
                <a:lnTo>
                  <a:pt x="729963" y="514202"/>
                </a:lnTo>
                <a:lnTo>
                  <a:pt x="743851" y="470691"/>
                </a:lnTo>
                <a:lnTo>
                  <a:pt x="752444" y="425070"/>
                </a:lnTo>
                <a:lnTo>
                  <a:pt x="755386" y="377693"/>
                </a:lnTo>
                <a:lnTo>
                  <a:pt x="752444" y="330316"/>
                </a:lnTo>
                <a:lnTo>
                  <a:pt x="743851" y="284695"/>
                </a:lnTo>
                <a:lnTo>
                  <a:pt x="729963" y="241184"/>
                </a:lnTo>
                <a:lnTo>
                  <a:pt x="711134" y="200137"/>
                </a:lnTo>
                <a:lnTo>
                  <a:pt x="687716" y="161909"/>
                </a:lnTo>
                <a:lnTo>
                  <a:pt x="660065" y="126852"/>
                </a:lnTo>
                <a:lnTo>
                  <a:pt x="628534" y="95321"/>
                </a:lnTo>
                <a:lnTo>
                  <a:pt x="593477" y="67670"/>
                </a:lnTo>
                <a:lnTo>
                  <a:pt x="555249" y="44252"/>
                </a:lnTo>
                <a:lnTo>
                  <a:pt x="514202" y="25423"/>
                </a:lnTo>
                <a:lnTo>
                  <a:pt x="470691" y="11535"/>
                </a:lnTo>
                <a:lnTo>
                  <a:pt x="425070" y="2942"/>
                </a:lnTo>
                <a:lnTo>
                  <a:pt x="377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918643" y="6862050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577164" y="231825"/>
                </a:moveTo>
                <a:lnTo>
                  <a:pt x="577100" y="219786"/>
                </a:lnTo>
                <a:lnTo>
                  <a:pt x="572528" y="208648"/>
                </a:lnTo>
                <a:lnTo>
                  <a:pt x="563727" y="199809"/>
                </a:lnTo>
                <a:lnTo>
                  <a:pt x="552335" y="195148"/>
                </a:lnTo>
                <a:lnTo>
                  <a:pt x="540143" y="195148"/>
                </a:lnTo>
                <a:lnTo>
                  <a:pt x="528777" y="199809"/>
                </a:lnTo>
                <a:lnTo>
                  <a:pt x="528904" y="199809"/>
                </a:lnTo>
                <a:lnTo>
                  <a:pt x="520077" y="208648"/>
                </a:lnTo>
                <a:lnTo>
                  <a:pt x="339077" y="480148"/>
                </a:lnTo>
                <a:lnTo>
                  <a:pt x="231292" y="372351"/>
                </a:lnTo>
                <a:lnTo>
                  <a:pt x="220891" y="365442"/>
                </a:lnTo>
                <a:lnTo>
                  <a:pt x="179959" y="382739"/>
                </a:lnTo>
                <a:lnTo>
                  <a:pt x="177660" y="394563"/>
                </a:lnTo>
                <a:lnTo>
                  <a:pt x="179959" y="406387"/>
                </a:lnTo>
                <a:lnTo>
                  <a:pt x="321754" y="551662"/>
                </a:lnTo>
                <a:lnTo>
                  <a:pt x="340461" y="560717"/>
                </a:lnTo>
                <a:lnTo>
                  <a:pt x="347065" y="560717"/>
                </a:lnTo>
                <a:lnTo>
                  <a:pt x="572439" y="243370"/>
                </a:lnTo>
                <a:lnTo>
                  <a:pt x="577164" y="231825"/>
                </a:lnTo>
                <a:close/>
              </a:path>
              <a:path w="755650" h="755650">
                <a:moveTo>
                  <a:pt x="755383" y="377698"/>
                </a:moveTo>
                <a:lnTo>
                  <a:pt x="752436" y="330327"/>
                </a:lnTo>
                <a:lnTo>
                  <a:pt x="743851" y="284695"/>
                </a:lnTo>
                <a:lnTo>
                  <a:pt x="729957" y="241185"/>
                </a:lnTo>
                <a:lnTo>
                  <a:pt x="729208" y="239560"/>
                </a:lnTo>
                <a:lnTo>
                  <a:pt x="729208" y="377698"/>
                </a:lnTo>
                <a:lnTo>
                  <a:pt x="726020" y="425081"/>
                </a:lnTo>
                <a:lnTo>
                  <a:pt x="725995" y="425399"/>
                </a:lnTo>
                <a:lnTo>
                  <a:pt x="716737" y="470700"/>
                </a:lnTo>
                <a:lnTo>
                  <a:pt x="716648" y="471144"/>
                </a:lnTo>
                <a:lnTo>
                  <a:pt x="701687" y="514210"/>
                </a:lnTo>
                <a:lnTo>
                  <a:pt x="681215" y="555117"/>
                </a:lnTo>
                <a:lnTo>
                  <a:pt x="655955" y="592505"/>
                </a:lnTo>
                <a:lnTo>
                  <a:pt x="626249" y="626262"/>
                </a:lnTo>
                <a:lnTo>
                  <a:pt x="592493" y="655967"/>
                </a:lnTo>
                <a:lnTo>
                  <a:pt x="555104" y="681228"/>
                </a:lnTo>
                <a:lnTo>
                  <a:pt x="514515" y="701586"/>
                </a:lnTo>
                <a:lnTo>
                  <a:pt x="471131" y="716661"/>
                </a:lnTo>
                <a:lnTo>
                  <a:pt x="425386" y="726008"/>
                </a:lnTo>
                <a:lnTo>
                  <a:pt x="377685" y="729221"/>
                </a:lnTo>
                <a:lnTo>
                  <a:pt x="329984" y="726008"/>
                </a:lnTo>
                <a:lnTo>
                  <a:pt x="284238" y="716661"/>
                </a:lnTo>
                <a:lnTo>
                  <a:pt x="240855" y="701586"/>
                </a:lnTo>
                <a:lnTo>
                  <a:pt x="200266" y="681228"/>
                </a:lnTo>
                <a:lnTo>
                  <a:pt x="162890" y="655967"/>
                </a:lnTo>
                <a:lnTo>
                  <a:pt x="129133" y="626262"/>
                </a:lnTo>
                <a:lnTo>
                  <a:pt x="99415" y="592505"/>
                </a:lnTo>
                <a:lnTo>
                  <a:pt x="74256" y="555256"/>
                </a:lnTo>
                <a:lnTo>
                  <a:pt x="53797" y="514527"/>
                </a:lnTo>
                <a:lnTo>
                  <a:pt x="38722" y="471144"/>
                </a:lnTo>
                <a:lnTo>
                  <a:pt x="29375" y="425399"/>
                </a:lnTo>
                <a:lnTo>
                  <a:pt x="26174" y="377698"/>
                </a:lnTo>
                <a:lnTo>
                  <a:pt x="29362" y="330327"/>
                </a:lnTo>
                <a:lnTo>
                  <a:pt x="29375" y="329996"/>
                </a:lnTo>
                <a:lnTo>
                  <a:pt x="38633" y="284695"/>
                </a:lnTo>
                <a:lnTo>
                  <a:pt x="38722" y="284251"/>
                </a:lnTo>
                <a:lnTo>
                  <a:pt x="53682" y="241185"/>
                </a:lnTo>
                <a:lnTo>
                  <a:pt x="74168" y="200279"/>
                </a:lnTo>
                <a:lnTo>
                  <a:pt x="99415" y="162902"/>
                </a:lnTo>
                <a:lnTo>
                  <a:pt x="129133" y="129133"/>
                </a:lnTo>
                <a:lnTo>
                  <a:pt x="162890" y="99428"/>
                </a:lnTo>
                <a:lnTo>
                  <a:pt x="200266" y="74180"/>
                </a:lnTo>
                <a:lnTo>
                  <a:pt x="240855" y="53809"/>
                </a:lnTo>
                <a:lnTo>
                  <a:pt x="284238" y="38735"/>
                </a:lnTo>
                <a:lnTo>
                  <a:pt x="329984" y="29387"/>
                </a:lnTo>
                <a:lnTo>
                  <a:pt x="377685" y="26187"/>
                </a:lnTo>
                <a:lnTo>
                  <a:pt x="425386" y="29387"/>
                </a:lnTo>
                <a:lnTo>
                  <a:pt x="471131" y="38735"/>
                </a:lnTo>
                <a:lnTo>
                  <a:pt x="514515" y="53809"/>
                </a:lnTo>
                <a:lnTo>
                  <a:pt x="555104" y="74180"/>
                </a:lnTo>
                <a:lnTo>
                  <a:pt x="592493" y="99428"/>
                </a:lnTo>
                <a:lnTo>
                  <a:pt x="626249" y="129133"/>
                </a:lnTo>
                <a:lnTo>
                  <a:pt x="655955" y="162902"/>
                </a:lnTo>
                <a:lnTo>
                  <a:pt x="681113" y="200139"/>
                </a:lnTo>
                <a:lnTo>
                  <a:pt x="681215" y="200279"/>
                </a:lnTo>
                <a:lnTo>
                  <a:pt x="701573" y="240868"/>
                </a:lnTo>
                <a:lnTo>
                  <a:pt x="716648" y="284251"/>
                </a:lnTo>
                <a:lnTo>
                  <a:pt x="725995" y="329996"/>
                </a:lnTo>
                <a:lnTo>
                  <a:pt x="729208" y="377698"/>
                </a:lnTo>
                <a:lnTo>
                  <a:pt x="729208" y="239560"/>
                </a:lnTo>
                <a:lnTo>
                  <a:pt x="711187" y="200279"/>
                </a:lnTo>
                <a:lnTo>
                  <a:pt x="711123" y="200139"/>
                </a:lnTo>
                <a:lnTo>
                  <a:pt x="687705" y="161912"/>
                </a:lnTo>
                <a:lnTo>
                  <a:pt x="660057" y="126860"/>
                </a:lnTo>
                <a:lnTo>
                  <a:pt x="628523" y="95326"/>
                </a:lnTo>
                <a:lnTo>
                  <a:pt x="593471" y="67678"/>
                </a:lnTo>
                <a:lnTo>
                  <a:pt x="555244" y="44259"/>
                </a:lnTo>
                <a:lnTo>
                  <a:pt x="514197" y="25425"/>
                </a:lnTo>
                <a:lnTo>
                  <a:pt x="470687" y="11544"/>
                </a:lnTo>
                <a:lnTo>
                  <a:pt x="425069" y="2946"/>
                </a:lnTo>
                <a:lnTo>
                  <a:pt x="377685" y="0"/>
                </a:lnTo>
                <a:lnTo>
                  <a:pt x="330314" y="2946"/>
                </a:lnTo>
                <a:lnTo>
                  <a:pt x="284683" y="11544"/>
                </a:lnTo>
                <a:lnTo>
                  <a:pt x="241173" y="25425"/>
                </a:lnTo>
                <a:lnTo>
                  <a:pt x="200126" y="44259"/>
                </a:lnTo>
                <a:lnTo>
                  <a:pt x="161899" y="67678"/>
                </a:lnTo>
                <a:lnTo>
                  <a:pt x="126847" y="95326"/>
                </a:lnTo>
                <a:lnTo>
                  <a:pt x="95313" y="126860"/>
                </a:lnTo>
                <a:lnTo>
                  <a:pt x="67665" y="161912"/>
                </a:lnTo>
                <a:lnTo>
                  <a:pt x="44246" y="200139"/>
                </a:lnTo>
                <a:lnTo>
                  <a:pt x="25412" y="241185"/>
                </a:lnTo>
                <a:lnTo>
                  <a:pt x="11531" y="284695"/>
                </a:lnTo>
                <a:lnTo>
                  <a:pt x="2997" y="329996"/>
                </a:lnTo>
                <a:lnTo>
                  <a:pt x="2933" y="330327"/>
                </a:lnTo>
                <a:lnTo>
                  <a:pt x="0" y="377698"/>
                </a:lnTo>
                <a:lnTo>
                  <a:pt x="2933" y="425081"/>
                </a:lnTo>
                <a:lnTo>
                  <a:pt x="11531" y="470700"/>
                </a:lnTo>
                <a:lnTo>
                  <a:pt x="25412" y="514210"/>
                </a:lnTo>
                <a:lnTo>
                  <a:pt x="44183" y="555117"/>
                </a:lnTo>
                <a:lnTo>
                  <a:pt x="44246" y="555256"/>
                </a:lnTo>
                <a:lnTo>
                  <a:pt x="67665" y="593483"/>
                </a:lnTo>
                <a:lnTo>
                  <a:pt x="95313" y="628535"/>
                </a:lnTo>
                <a:lnTo>
                  <a:pt x="126847" y="660069"/>
                </a:lnTo>
                <a:lnTo>
                  <a:pt x="161899" y="687717"/>
                </a:lnTo>
                <a:lnTo>
                  <a:pt x="200126" y="711136"/>
                </a:lnTo>
                <a:lnTo>
                  <a:pt x="241173" y="729970"/>
                </a:lnTo>
                <a:lnTo>
                  <a:pt x="284683" y="743851"/>
                </a:lnTo>
                <a:lnTo>
                  <a:pt x="330314" y="752449"/>
                </a:lnTo>
                <a:lnTo>
                  <a:pt x="377685" y="755396"/>
                </a:lnTo>
                <a:lnTo>
                  <a:pt x="425069" y="752449"/>
                </a:lnTo>
                <a:lnTo>
                  <a:pt x="470687" y="743851"/>
                </a:lnTo>
                <a:lnTo>
                  <a:pt x="514197" y="729970"/>
                </a:lnTo>
                <a:lnTo>
                  <a:pt x="555244" y="711136"/>
                </a:lnTo>
                <a:lnTo>
                  <a:pt x="593471" y="687717"/>
                </a:lnTo>
                <a:lnTo>
                  <a:pt x="628523" y="660069"/>
                </a:lnTo>
                <a:lnTo>
                  <a:pt x="660057" y="628535"/>
                </a:lnTo>
                <a:lnTo>
                  <a:pt x="687705" y="593483"/>
                </a:lnTo>
                <a:lnTo>
                  <a:pt x="711123" y="555256"/>
                </a:lnTo>
                <a:lnTo>
                  <a:pt x="729957" y="514210"/>
                </a:lnTo>
                <a:lnTo>
                  <a:pt x="743851" y="470700"/>
                </a:lnTo>
                <a:lnTo>
                  <a:pt x="752373" y="425399"/>
                </a:lnTo>
                <a:lnTo>
                  <a:pt x="752436" y="425081"/>
                </a:lnTo>
                <a:lnTo>
                  <a:pt x="755383" y="377698"/>
                </a:lnTo>
                <a:close/>
              </a:path>
            </a:pathLst>
          </a:custGeom>
          <a:solidFill>
            <a:srgbClr val="BCC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27850" y="6862050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377693" y="0"/>
                </a:moveTo>
                <a:lnTo>
                  <a:pt x="330316" y="2942"/>
                </a:lnTo>
                <a:lnTo>
                  <a:pt x="284695" y="11535"/>
                </a:lnTo>
                <a:lnTo>
                  <a:pt x="241184" y="25423"/>
                </a:lnTo>
                <a:lnTo>
                  <a:pt x="200137" y="44252"/>
                </a:lnTo>
                <a:lnTo>
                  <a:pt x="161909" y="67670"/>
                </a:lnTo>
                <a:lnTo>
                  <a:pt x="126852" y="95321"/>
                </a:lnTo>
                <a:lnTo>
                  <a:pt x="95321" y="126852"/>
                </a:lnTo>
                <a:lnTo>
                  <a:pt x="67670" y="161909"/>
                </a:lnTo>
                <a:lnTo>
                  <a:pt x="44252" y="200137"/>
                </a:lnTo>
                <a:lnTo>
                  <a:pt x="25423" y="241184"/>
                </a:lnTo>
                <a:lnTo>
                  <a:pt x="11535" y="284695"/>
                </a:lnTo>
                <a:lnTo>
                  <a:pt x="2942" y="330316"/>
                </a:lnTo>
                <a:lnTo>
                  <a:pt x="0" y="377693"/>
                </a:lnTo>
                <a:lnTo>
                  <a:pt x="2942" y="425070"/>
                </a:lnTo>
                <a:lnTo>
                  <a:pt x="11535" y="470691"/>
                </a:lnTo>
                <a:lnTo>
                  <a:pt x="25423" y="514202"/>
                </a:lnTo>
                <a:lnTo>
                  <a:pt x="44252" y="555249"/>
                </a:lnTo>
                <a:lnTo>
                  <a:pt x="67670" y="593477"/>
                </a:lnTo>
                <a:lnTo>
                  <a:pt x="95321" y="628534"/>
                </a:lnTo>
                <a:lnTo>
                  <a:pt x="126852" y="660065"/>
                </a:lnTo>
                <a:lnTo>
                  <a:pt x="161909" y="687716"/>
                </a:lnTo>
                <a:lnTo>
                  <a:pt x="200137" y="711134"/>
                </a:lnTo>
                <a:lnTo>
                  <a:pt x="241184" y="729963"/>
                </a:lnTo>
                <a:lnTo>
                  <a:pt x="284695" y="743851"/>
                </a:lnTo>
                <a:lnTo>
                  <a:pt x="330316" y="752444"/>
                </a:lnTo>
                <a:lnTo>
                  <a:pt x="377693" y="755386"/>
                </a:lnTo>
                <a:lnTo>
                  <a:pt x="425070" y="752444"/>
                </a:lnTo>
                <a:lnTo>
                  <a:pt x="470691" y="743851"/>
                </a:lnTo>
                <a:lnTo>
                  <a:pt x="514202" y="729963"/>
                </a:lnTo>
                <a:lnTo>
                  <a:pt x="555249" y="711134"/>
                </a:lnTo>
                <a:lnTo>
                  <a:pt x="593477" y="687716"/>
                </a:lnTo>
                <a:lnTo>
                  <a:pt x="628534" y="660065"/>
                </a:lnTo>
                <a:lnTo>
                  <a:pt x="660065" y="628534"/>
                </a:lnTo>
                <a:lnTo>
                  <a:pt x="687716" y="593477"/>
                </a:lnTo>
                <a:lnTo>
                  <a:pt x="711134" y="555249"/>
                </a:lnTo>
                <a:lnTo>
                  <a:pt x="729963" y="514202"/>
                </a:lnTo>
                <a:lnTo>
                  <a:pt x="743851" y="470691"/>
                </a:lnTo>
                <a:lnTo>
                  <a:pt x="752444" y="425070"/>
                </a:lnTo>
                <a:lnTo>
                  <a:pt x="755386" y="377693"/>
                </a:lnTo>
                <a:lnTo>
                  <a:pt x="752444" y="330316"/>
                </a:lnTo>
                <a:lnTo>
                  <a:pt x="743851" y="284695"/>
                </a:lnTo>
                <a:lnTo>
                  <a:pt x="729963" y="241184"/>
                </a:lnTo>
                <a:lnTo>
                  <a:pt x="711134" y="200137"/>
                </a:lnTo>
                <a:lnTo>
                  <a:pt x="687716" y="161909"/>
                </a:lnTo>
                <a:lnTo>
                  <a:pt x="660065" y="126852"/>
                </a:lnTo>
                <a:lnTo>
                  <a:pt x="628534" y="95321"/>
                </a:lnTo>
                <a:lnTo>
                  <a:pt x="593477" y="67670"/>
                </a:lnTo>
                <a:lnTo>
                  <a:pt x="555249" y="44252"/>
                </a:lnTo>
                <a:lnTo>
                  <a:pt x="514202" y="25423"/>
                </a:lnTo>
                <a:lnTo>
                  <a:pt x="470691" y="11535"/>
                </a:lnTo>
                <a:lnTo>
                  <a:pt x="425070" y="2942"/>
                </a:lnTo>
                <a:lnTo>
                  <a:pt x="3776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6927850" y="6862050"/>
            <a:ext cx="755650" cy="755650"/>
          </a:xfrm>
          <a:custGeom>
            <a:avLst/>
            <a:gdLst/>
            <a:ahLst/>
            <a:cxnLst/>
            <a:rect l="l" t="t" r="r" b="b"/>
            <a:pathLst>
              <a:path w="755650" h="755650">
                <a:moveTo>
                  <a:pt x="499808" y="377698"/>
                </a:moveTo>
                <a:lnTo>
                  <a:pt x="498271" y="369811"/>
                </a:lnTo>
                <a:lnTo>
                  <a:pt x="493674" y="362889"/>
                </a:lnTo>
                <a:lnTo>
                  <a:pt x="486740" y="358279"/>
                </a:lnTo>
                <a:lnTo>
                  <a:pt x="478866" y="356755"/>
                </a:lnTo>
                <a:lnTo>
                  <a:pt x="470979" y="358279"/>
                </a:lnTo>
                <a:lnTo>
                  <a:pt x="464058" y="362889"/>
                </a:lnTo>
                <a:lnTo>
                  <a:pt x="398640" y="428307"/>
                </a:lnTo>
                <a:lnTo>
                  <a:pt x="398640" y="175361"/>
                </a:lnTo>
                <a:lnTo>
                  <a:pt x="396989" y="167208"/>
                </a:lnTo>
                <a:lnTo>
                  <a:pt x="392506" y="160553"/>
                </a:lnTo>
                <a:lnTo>
                  <a:pt x="385851" y="156057"/>
                </a:lnTo>
                <a:lnTo>
                  <a:pt x="377698" y="154419"/>
                </a:lnTo>
                <a:lnTo>
                  <a:pt x="369544" y="156057"/>
                </a:lnTo>
                <a:lnTo>
                  <a:pt x="362889" y="160553"/>
                </a:lnTo>
                <a:lnTo>
                  <a:pt x="358394" y="167208"/>
                </a:lnTo>
                <a:lnTo>
                  <a:pt x="356755" y="175361"/>
                </a:lnTo>
                <a:lnTo>
                  <a:pt x="356755" y="428307"/>
                </a:lnTo>
                <a:lnTo>
                  <a:pt x="291338" y="362889"/>
                </a:lnTo>
                <a:lnTo>
                  <a:pt x="284403" y="358279"/>
                </a:lnTo>
                <a:lnTo>
                  <a:pt x="276529" y="356755"/>
                </a:lnTo>
                <a:lnTo>
                  <a:pt x="268643" y="358279"/>
                </a:lnTo>
                <a:lnTo>
                  <a:pt x="261721" y="362889"/>
                </a:lnTo>
                <a:lnTo>
                  <a:pt x="257111" y="369811"/>
                </a:lnTo>
                <a:lnTo>
                  <a:pt x="255587" y="377698"/>
                </a:lnTo>
                <a:lnTo>
                  <a:pt x="257111" y="385572"/>
                </a:lnTo>
                <a:lnTo>
                  <a:pt x="261721" y="392506"/>
                </a:lnTo>
                <a:lnTo>
                  <a:pt x="362889" y="493674"/>
                </a:lnTo>
                <a:lnTo>
                  <a:pt x="369811" y="498271"/>
                </a:lnTo>
                <a:lnTo>
                  <a:pt x="377698" y="499808"/>
                </a:lnTo>
                <a:lnTo>
                  <a:pt x="385572" y="498271"/>
                </a:lnTo>
                <a:lnTo>
                  <a:pt x="392506" y="493674"/>
                </a:lnTo>
                <a:lnTo>
                  <a:pt x="407314" y="478866"/>
                </a:lnTo>
                <a:lnTo>
                  <a:pt x="493674" y="392506"/>
                </a:lnTo>
                <a:lnTo>
                  <a:pt x="498271" y="385572"/>
                </a:lnTo>
                <a:lnTo>
                  <a:pt x="499808" y="377698"/>
                </a:lnTo>
                <a:close/>
              </a:path>
              <a:path w="755650" h="755650">
                <a:moveTo>
                  <a:pt x="600976" y="478866"/>
                </a:moveTo>
                <a:lnTo>
                  <a:pt x="599325" y="470712"/>
                </a:lnTo>
                <a:lnTo>
                  <a:pt x="594842" y="464058"/>
                </a:lnTo>
                <a:lnTo>
                  <a:pt x="588187" y="459562"/>
                </a:lnTo>
                <a:lnTo>
                  <a:pt x="580034" y="457923"/>
                </a:lnTo>
                <a:lnTo>
                  <a:pt x="571881" y="459562"/>
                </a:lnTo>
                <a:lnTo>
                  <a:pt x="565226" y="464058"/>
                </a:lnTo>
                <a:lnTo>
                  <a:pt x="560730" y="470712"/>
                </a:lnTo>
                <a:lnTo>
                  <a:pt x="559092" y="478866"/>
                </a:lnTo>
                <a:lnTo>
                  <a:pt x="559092" y="529450"/>
                </a:lnTo>
                <a:lnTo>
                  <a:pt x="556755" y="540981"/>
                </a:lnTo>
                <a:lnTo>
                  <a:pt x="550405" y="550405"/>
                </a:lnTo>
                <a:lnTo>
                  <a:pt x="540981" y="556755"/>
                </a:lnTo>
                <a:lnTo>
                  <a:pt x="529450" y="559092"/>
                </a:lnTo>
                <a:lnTo>
                  <a:pt x="225945" y="559092"/>
                </a:lnTo>
                <a:lnTo>
                  <a:pt x="214401" y="556755"/>
                </a:lnTo>
                <a:lnTo>
                  <a:pt x="204978" y="550405"/>
                </a:lnTo>
                <a:lnTo>
                  <a:pt x="198628" y="540981"/>
                </a:lnTo>
                <a:lnTo>
                  <a:pt x="196303" y="529450"/>
                </a:lnTo>
                <a:lnTo>
                  <a:pt x="196303" y="478866"/>
                </a:lnTo>
                <a:lnTo>
                  <a:pt x="194652" y="470712"/>
                </a:lnTo>
                <a:lnTo>
                  <a:pt x="190169" y="464058"/>
                </a:lnTo>
                <a:lnTo>
                  <a:pt x="183515" y="459562"/>
                </a:lnTo>
                <a:lnTo>
                  <a:pt x="175361" y="457923"/>
                </a:lnTo>
                <a:lnTo>
                  <a:pt x="167208" y="459562"/>
                </a:lnTo>
                <a:lnTo>
                  <a:pt x="160553" y="464058"/>
                </a:lnTo>
                <a:lnTo>
                  <a:pt x="156057" y="470712"/>
                </a:lnTo>
                <a:lnTo>
                  <a:pt x="154419" y="478866"/>
                </a:lnTo>
                <a:lnTo>
                  <a:pt x="154419" y="529450"/>
                </a:lnTo>
                <a:lnTo>
                  <a:pt x="159931" y="556755"/>
                </a:lnTo>
                <a:lnTo>
                  <a:pt x="160032" y="557288"/>
                </a:lnTo>
                <a:lnTo>
                  <a:pt x="175374" y="580034"/>
                </a:lnTo>
                <a:lnTo>
                  <a:pt x="198094" y="595350"/>
                </a:lnTo>
                <a:lnTo>
                  <a:pt x="225945" y="600976"/>
                </a:lnTo>
                <a:lnTo>
                  <a:pt x="529450" y="600976"/>
                </a:lnTo>
                <a:lnTo>
                  <a:pt x="557288" y="595350"/>
                </a:lnTo>
                <a:lnTo>
                  <a:pt x="580009" y="580034"/>
                </a:lnTo>
                <a:lnTo>
                  <a:pt x="595350" y="557288"/>
                </a:lnTo>
                <a:lnTo>
                  <a:pt x="600976" y="529450"/>
                </a:lnTo>
                <a:lnTo>
                  <a:pt x="600976" y="478866"/>
                </a:lnTo>
                <a:close/>
              </a:path>
              <a:path w="755650" h="755650">
                <a:moveTo>
                  <a:pt x="755383" y="377698"/>
                </a:moveTo>
                <a:lnTo>
                  <a:pt x="752449" y="330314"/>
                </a:lnTo>
                <a:lnTo>
                  <a:pt x="743851" y="284695"/>
                </a:lnTo>
                <a:lnTo>
                  <a:pt x="729970" y="241185"/>
                </a:lnTo>
                <a:lnTo>
                  <a:pt x="729208" y="239534"/>
                </a:lnTo>
                <a:lnTo>
                  <a:pt x="729208" y="377698"/>
                </a:lnTo>
                <a:lnTo>
                  <a:pt x="726020" y="425069"/>
                </a:lnTo>
                <a:lnTo>
                  <a:pt x="716749" y="470687"/>
                </a:lnTo>
                <a:lnTo>
                  <a:pt x="701700" y="514197"/>
                </a:lnTo>
                <a:lnTo>
                  <a:pt x="681215" y="555104"/>
                </a:lnTo>
                <a:lnTo>
                  <a:pt x="655967" y="592493"/>
                </a:lnTo>
                <a:lnTo>
                  <a:pt x="626249" y="626249"/>
                </a:lnTo>
                <a:lnTo>
                  <a:pt x="592493" y="655967"/>
                </a:lnTo>
                <a:lnTo>
                  <a:pt x="555117" y="681215"/>
                </a:lnTo>
                <a:lnTo>
                  <a:pt x="514515" y="701586"/>
                </a:lnTo>
                <a:lnTo>
                  <a:pt x="471144" y="716648"/>
                </a:lnTo>
                <a:lnTo>
                  <a:pt x="425386" y="725995"/>
                </a:lnTo>
                <a:lnTo>
                  <a:pt x="377698" y="729208"/>
                </a:lnTo>
                <a:lnTo>
                  <a:pt x="329996" y="725995"/>
                </a:lnTo>
                <a:lnTo>
                  <a:pt x="284251" y="716648"/>
                </a:lnTo>
                <a:lnTo>
                  <a:pt x="240868" y="701586"/>
                </a:lnTo>
                <a:lnTo>
                  <a:pt x="200279" y="681215"/>
                </a:lnTo>
                <a:lnTo>
                  <a:pt x="162890" y="655967"/>
                </a:lnTo>
                <a:lnTo>
                  <a:pt x="129133" y="626249"/>
                </a:lnTo>
                <a:lnTo>
                  <a:pt x="99415" y="592493"/>
                </a:lnTo>
                <a:lnTo>
                  <a:pt x="74269" y="555244"/>
                </a:lnTo>
                <a:lnTo>
                  <a:pt x="74168" y="555104"/>
                </a:lnTo>
                <a:lnTo>
                  <a:pt x="53797" y="514515"/>
                </a:lnTo>
                <a:lnTo>
                  <a:pt x="38735" y="471144"/>
                </a:lnTo>
                <a:lnTo>
                  <a:pt x="29387" y="425386"/>
                </a:lnTo>
                <a:lnTo>
                  <a:pt x="26174" y="377698"/>
                </a:lnTo>
                <a:lnTo>
                  <a:pt x="29362" y="330314"/>
                </a:lnTo>
                <a:lnTo>
                  <a:pt x="29387" y="329996"/>
                </a:lnTo>
                <a:lnTo>
                  <a:pt x="38646" y="284695"/>
                </a:lnTo>
                <a:lnTo>
                  <a:pt x="38735" y="284251"/>
                </a:lnTo>
                <a:lnTo>
                  <a:pt x="53695" y="241185"/>
                </a:lnTo>
                <a:lnTo>
                  <a:pt x="53797" y="240868"/>
                </a:lnTo>
                <a:lnTo>
                  <a:pt x="74168" y="200279"/>
                </a:lnTo>
                <a:lnTo>
                  <a:pt x="99415" y="162890"/>
                </a:lnTo>
                <a:lnTo>
                  <a:pt x="129133" y="129133"/>
                </a:lnTo>
                <a:lnTo>
                  <a:pt x="162890" y="99415"/>
                </a:lnTo>
                <a:lnTo>
                  <a:pt x="200279" y="74168"/>
                </a:lnTo>
                <a:lnTo>
                  <a:pt x="240868" y="53797"/>
                </a:lnTo>
                <a:lnTo>
                  <a:pt x="284251" y="38735"/>
                </a:lnTo>
                <a:lnTo>
                  <a:pt x="329996" y="29387"/>
                </a:lnTo>
                <a:lnTo>
                  <a:pt x="377698" y="26174"/>
                </a:lnTo>
                <a:lnTo>
                  <a:pt x="425386" y="29387"/>
                </a:lnTo>
                <a:lnTo>
                  <a:pt x="471144" y="38735"/>
                </a:lnTo>
                <a:lnTo>
                  <a:pt x="514515" y="53797"/>
                </a:lnTo>
                <a:lnTo>
                  <a:pt x="555117" y="74168"/>
                </a:lnTo>
                <a:lnTo>
                  <a:pt x="592493" y="99415"/>
                </a:lnTo>
                <a:lnTo>
                  <a:pt x="626249" y="129133"/>
                </a:lnTo>
                <a:lnTo>
                  <a:pt x="655967" y="162890"/>
                </a:lnTo>
                <a:lnTo>
                  <a:pt x="681126" y="200139"/>
                </a:lnTo>
                <a:lnTo>
                  <a:pt x="701586" y="240868"/>
                </a:lnTo>
                <a:lnTo>
                  <a:pt x="716648" y="284251"/>
                </a:lnTo>
                <a:lnTo>
                  <a:pt x="725995" y="329996"/>
                </a:lnTo>
                <a:lnTo>
                  <a:pt x="729208" y="377698"/>
                </a:lnTo>
                <a:lnTo>
                  <a:pt x="729208" y="239534"/>
                </a:lnTo>
                <a:lnTo>
                  <a:pt x="711200" y="200279"/>
                </a:lnTo>
                <a:lnTo>
                  <a:pt x="711136" y="200139"/>
                </a:lnTo>
                <a:lnTo>
                  <a:pt x="687717" y="161912"/>
                </a:lnTo>
                <a:lnTo>
                  <a:pt x="660069" y="126847"/>
                </a:lnTo>
                <a:lnTo>
                  <a:pt x="628535" y="95326"/>
                </a:lnTo>
                <a:lnTo>
                  <a:pt x="593483" y="67665"/>
                </a:lnTo>
                <a:lnTo>
                  <a:pt x="555244" y="44246"/>
                </a:lnTo>
                <a:lnTo>
                  <a:pt x="514197" y="25425"/>
                </a:lnTo>
                <a:lnTo>
                  <a:pt x="470687" y="11531"/>
                </a:lnTo>
                <a:lnTo>
                  <a:pt x="425069" y="2946"/>
                </a:lnTo>
                <a:lnTo>
                  <a:pt x="377698" y="0"/>
                </a:lnTo>
                <a:lnTo>
                  <a:pt x="330314" y="2946"/>
                </a:lnTo>
                <a:lnTo>
                  <a:pt x="284695" y="11531"/>
                </a:lnTo>
                <a:lnTo>
                  <a:pt x="241185" y="25425"/>
                </a:lnTo>
                <a:lnTo>
                  <a:pt x="200139" y="44246"/>
                </a:lnTo>
                <a:lnTo>
                  <a:pt x="161912" y="67665"/>
                </a:lnTo>
                <a:lnTo>
                  <a:pt x="126847" y="95326"/>
                </a:lnTo>
                <a:lnTo>
                  <a:pt x="95326" y="126847"/>
                </a:lnTo>
                <a:lnTo>
                  <a:pt x="67665" y="161912"/>
                </a:lnTo>
                <a:lnTo>
                  <a:pt x="44259" y="200139"/>
                </a:lnTo>
                <a:lnTo>
                  <a:pt x="25425" y="241185"/>
                </a:lnTo>
                <a:lnTo>
                  <a:pt x="11531" y="284695"/>
                </a:lnTo>
                <a:lnTo>
                  <a:pt x="3009" y="329996"/>
                </a:lnTo>
                <a:lnTo>
                  <a:pt x="2946" y="330314"/>
                </a:lnTo>
                <a:lnTo>
                  <a:pt x="0" y="377698"/>
                </a:lnTo>
                <a:lnTo>
                  <a:pt x="2946" y="425069"/>
                </a:lnTo>
                <a:lnTo>
                  <a:pt x="11531" y="470687"/>
                </a:lnTo>
                <a:lnTo>
                  <a:pt x="25425" y="514197"/>
                </a:lnTo>
                <a:lnTo>
                  <a:pt x="44196" y="555104"/>
                </a:lnTo>
                <a:lnTo>
                  <a:pt x="44259" y="555244"/>
                </a:lnTo>
                <a:lnTo>
                  <a:pt x="67665" y="593471"/>
                </a:lnTo>
                <a:lnTo>
                  <a:pt x="95326" y="628535"/>
                </a:lnTo>
                <a:lnTo>
                  <a:pt x="126847" y="660069"/>
                </a:lnTo>
                <a:lnTo>
                  <a:pt x="161912" y="687717"/>
                </a:lnTo>
                <a:lnTo>
                  <a:pt x="200139" y="711136"/>
                </a:lnTo>
                <a:lnTo>
                  <a:pt x="241185" y="729957"/>
                </a:lnTo>
                <a:lnTo>
                  <a:pt x="284695" y="743851"/>
                </a:lnTo>
                <a:lnTo>
                  <a:pt x="330314" y="752449"/>
                </a:lnTo>
                <a:lnTo>
                  <a:pt x="377698" y="755383"/>
                </a:lnTo>
                <a:lnTo>
                  <a:pt x="425069" y="752449"/>
                </a:lnTo>
                <a:lnTo>
                  <a:pt x="470687" y="743851"/>
                </a:lnTo>
                <a:lnTo>
                  <a:pt x="514197" y="729957"/>
                </a:lnTo>
                <a:lnTo>
                  <a:pt x="555244" y="711136"/>
                </a:lnTo>
                <a:lnTo>
                  <a:pt x="593483" y="687717"/>
                </a:lnTo>
                <a:lnTo>
                  <a:pt x="628535" y="660069"/>
                </a:lnTo>
                <a:lnTo>
                  <a:pt x="660069" y="628535"/>
                </a:lnTo>
                <a:lnTo>
                  <a:pt x="687717" y="593471"/>
                </a:lnTo>
                <a:lnTo>
                  <a:pt x="711136" y="555244"/>
                </a:lnTo>
                <a:lnTo>
                  <a:pt x="729970" y="514197"/>
                </a:lnTo>
                <a:lnTo>
                  <a:pt x="743851" y="470687"/>
                </a:lnTo>
                <a:lnTo>
                  <a:pt x="752386" y="425386"/>
                </a:lnTo>
                <a:lnTo>
                  <a:pt x="752449" y="425069"/>
                </a:lnTo>
                <a:lnTo>
                  <a:pt x="755383" y="377698"/>
                </a:lnTo>
                <a:close/>
              </a:path>
            </a:pathLst>
          </a:custGeom>
          <a:solidFill>
            <a:srgbClr val="BCC0C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027909" y="7098286"/>
            <a:ext cx="1575612" cy="53954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2188843" y="4760255"/>
            <a:ext cx="657225" cy="661670"/>
          </a:xfrm>
          <a:custGeom>
            <a:avLst/>
            <a:gdLst/>
            <a:ahLst/>
            <a:cxnLst/>
            <a:rect l="l" t="t" r="r" b="b"/>
            <a:pathLst>
              <a:path w="657225" h="661670">
                <a:moveTo>
                  <a:pt x="164240" y="528615"/>
                </a:moveTo>
                <a:lnTo>
                  <a:pt x="139839" y="533400"/>
                </a:lnTo>
                <a:lnTo>
                  <a:pt x="102812" y="558800"/>
                </a:lnTo>
                <a:lnTo>
                  <a:pt x="77847" y="595630"/>
                </a:lnTo>
                <a:lnTo>
                  <a:pt x="68693" y="641350"/>
                </a:lnTo>
                <a:lnTo>
                  <a:pt x="70339" y="648970"/>
                </a:lnTo>
                <a:lnTo>
                  <a:pt x="74827" y="656590"/>
                </a:lnTo>
                <a:lnTo>
                  <a:pt x="81483" y="660400"/>
                </a:lnTo>
                <a:lnTo>
                  <a:pt x="89635" y="661670"/>
                </a:lnTo>
                <a:lnTo>
                  <a:pt x="89635" y="621030"/>
                </a:lnTo>
                <a:lnTo>
                  <a:pt x="114655" y="621030"/>
                </a:lnTo>
                <a:lnTo>
                  <a:pt x="116439" y="612140"/>
                </a:lnTo>
                <a:lnTo>
                  <a:pt x="132428" y="588010"/>
                </a:lnTo>
                <a:lnTo>
                  <a:pt x="156142" y="572770"/>
                </a:lnTo>
                <a:lnTo>
                  <a:pt x="185182" y="566420"/>
                </a:lnTo>
                <a:lnTo>
                  <a:pt x="185182" y="546100"/>
                </a:lnTo>
                <a:lnTo>
                  <a:pt x="164240" y="546100"/>
                </a:lnTo>
                <a:lnTo>
                  <a:pt x="164240" y="528615"/>
                </a:lnTo>
                <a:close/>
              </a:path>
              <a:path w="657225" h="661670">
                <a:moveTo>
                  <a:pt x="114655" y="621030"/>
                </a:moveTo>
                <a:lnTo>
                  <a:pt x="89635" y="621030"/>
                </a:lnTo>
                <a:lnTo>
                  <a:pt x="89635" y="661670"/>
                </a:lnTo>
                <a:lnTo>
                  <a:pt x="567369" y="661670"/>
                </a:lnTo>
                <a:lnTo>
                  <a:pt x="567369" y="641350"/>
                </a:lnTo>
                <a:lnTo>
                  <a:pt x="110577" y="641350"/>
                </a:lnTo>
                <a:lnTo>
                  <a:pt x="114655" y="621030"/>
                </a:lnTo>
                <a:close/>
              </a:path>
              <a:path w="657225" h="661670">
                <a:moveTo>
                  <a:pt x="584242" y="621030"/>
                </a:moveTo>
                <a:lnTo>
                  <a:pt x="567369" y="621030"/>
                </a:lnTo>
                <a:lnTo>
                  <a:pt x="567369" y="661670"/>
                </a:lnTo>
                <a:lnTo>
                  <a:pt x="575520" y="660400"/>
                </a:lnTo>
                <a:lnTo>
                  <a:pt x="582177" y="656590"/>
                </a:lnTo>
                <a:lnTo>
                  <a:pt x="586665" y="648970"/>
                </a:lnTo>
                <a:lnTo>
                  <a:pt x="588311" y="641350"/>
                </a:lnTo>
                <a:lnTo>
                  <a:pt x="584242" y="621030"/>
                </a:lnTo>
                <a:close/>
              </a:path>
              <a:path w="657225" h="661670">
                <a:moveTo>
                  <a:pt x="542349" y="621030"/>
                </a:moveTo>
                <a:lnTo>
                  <a:pt x="114655" y="621030"/>
                </a:lnTo>
                <a:lnTo>
                  <a:pt x="110577" y="641350"/>
                </a:lnTo>
                <a:lnTo>
                  <a:pt x="546427" y="641350"/>
                </a:lnTo>
                <a:lnTo>
                  <a:pt x="542349" y="621030"/>
                </a:lnTo>
                <a:close/>
              </a:path>
              <a:path w="657225" h="661670">
                <a:moveTo>
                  <a:pt x="471822" y="524510"/>
                </a:moveTo>
                <a:lnTo>
                  <a:pt x="471822" y="566420"/>
                </a:lnTo>
                <a:lnTo>
                  <a:pt x="500862" y="572770"/>
                </a:lnTo>
                <a:lnTo>
                  <a:pt x="524576" y="588010"/>
                </a:lnTo>
                <a:lnTo>
                  <a:pt x="540564" y="612140"/>
                </a:lnTo>
                <a:lnTo>
                  <a:pt x="546427" y="641350"/>
                </a:lnTo>
                <a:lnTo>
                  <a:pt x="567369" y="641350"/>
                </a:lnTo>
                <a:lnTo>
                  <a:pt x="567369" y="621030"/>
                </a:lnTo>
                <a:lnTo>
                  <a:pt x="584242" y="621030"/>
                </a:lnTo>
                <a:lnTo>
                  <a:pt x="579156" y="595630"/>
                </a:lnTo>
                <a:lnTo>
                  <a:pt x="554192" y="558800"/>
                </a:lnTo>
                <a:lnTo>
                  <a:pt x="535678" y="546100"/>
                </a:lnTo>
                <a:lnTo>
                  <a:pt x="492764" y="546100"/>
                </a:lnTo>
                <a:lnTo>
                  <a:pt x="492764" y="528615"/>
                </a:lnTo>
                <a:lnTo>
                  <a:pt x="471822" y="524510"/>
                </a:lnTo>
                <a:close/>
              </a:path>
              <a:path w="657225" h="661670">
                <a:moveTo>
                  <a:pt x="206123" y="524510"/>
                </a:moveTo>
                <a:lnTo>
                  <a:pt x="185182" y="524510"/>
                </a:lnTo>
                <a:lnTo>
                  <a:pt x="185182" y="566420"/>
                </a:lnTo>
                <a:lnTo>
                  <a:pt x="471822" y="566420"/>
                </a:lnTo>
                <a:lnTo>
                  <a:pt x="471822" y="546100"/>
                </a:lnTo>
                <a:lnTo>
                  <a:pt x="206123" y="546100"/>
                </a:lnTo>
                <a:lnTo>
                  <a:pt x="206123" y="524510"/>
                </a:lnTo>
                <a:close/>
              </a:path>
              <a:path w="657225" h="661670">
                <a:moveTo>
                  <a:pt x="185182" y="524510"/>
                </a:moveTo>
                <a:lnTo>
                  <a:pt x="164240" y="528615"/>
                </a:lnTo>
                <a:lnTo>
                  <a:pt x="164240" y="546100"/>
                </a:lnTo>
                <a:lnTo>
                  <a:pt x="185182" y="546100"/>
                </a:lnTo>
                <a:lnTo>
                  <a:pt x="185182" y="524510"/>
                </a:lnTo>
                <a:close/>
              </a:path>
              <a:path w="657225" h="661670">
                <a:moveTo>
                  <a:pt x="450880" y="524510"/>
                </a:moveTo>
                <a:lnTo>
                  <a:pt x="206123" y="524510"/>
                </a:lnTo>
                <a:lnTo>
                  <a:pt x="206123" y="546100"/>
                </a:lnTo>
                <a:lnTo>
                  <a:pt x="450880" y="546100"/>
                </a:lnTo>
                <a:lnTo>
                  <a:pt x="450880" y="524510"/>
                </a:lnTo>
                <a:close/>
              </a:path>
              <a:path w="657225" h="661670">
                <a:moveTo>
                  <a:pt x="435992" y="381000"/>
                </a:moveTo>
                <a:lnTo>
                  <a:pt x="435992" y="422910"/>
                </a:lnTo>
                <a:lnTo>
                  <a:pt x="444215" y="422910"/>
                </a:lnTo>
                <a:lnTo>
                  <a:pt x="450880" y="430530"/>
                </a:lnTo>
                <a:lnTo>
                  <a:pt x="450880" y="546100"/>
                </a:lnTo>
                <a:lnTo>
                  <a:pt x="471822" y="546100"/>
                </a:lnTo>
                <a:lnTo>
                  <a:pt x="471822" y="524510"/>
                </a:lnTo>
                <a:lnTo>
                  <a:pt x="492764" y="524510"/>
                </a:lnTo>
                <a:lnTo>
                  <a:pt x="492764" y="438150"/>
                </a:lnTo>
                <a:lnTo>
                  <a:pt x="488302" y="416560"/>
                </a:lnTo>
                <a:lnTo>
                  <a:pt x="476136" y="398780"/>
                </a:lnTo>
                <a:lnTo>
                  <a:pt x="458090" y="386080"/>
                </a:lnTo>
                <a:lnTo>
                  <a:pt x="435992" y="381000"/>
                </a:lnTo>
                <a:close/>
              </a:path>
              <a:path w="657225" h="661670">
                <a:moveTo>
                  <a:pt x="492764" y="528615"/>
                </a:moveTo>
                <a:lnTo>
                  <a:pt x="492764" y="546100"/>
                </a:lnTo>
                <a:lnTo>
                  <a:pt x="535678" y="546100"/>
                </a:lnTo>
                <a:lnTo>
                  <a:pt x="517165" y="533400"/>
                </a:lnTo>
                <a:lnTo>
                  <a:pt x="492764" y="528615"/>
                </a:lnTo>
                <a:close/>
              </a:path>
              <a:path w="657225" h="661670">
                <a:moveTo>
                  <a:pt x="221012" y="381000"/>
                </a:moveTo>
                <a:lnTo>
                  <a:pt x="198914" y="386080"/>
                </a:lnTo>
                <a:lnTo>
                  <a:pt x="180868" y="398780"/>
                </a:lnTo>
                <a:lnTo>
                  <a:pt x="168701" y="416560"/>
                </a:lnTo>
                <a:lnTo>
                  <a:pt x="164240" y="438150"/>
                </a:lnTo>
                <a:lnTo>
                  <a:pt x="164240" y="528615"/>
                </a:lnTo>
                <a:lnTo>
                  <a:pt x="185182" y="524510"/>
                </a:lnTo>
                <a:lnTo>
                  <a:pt x="206123" y="524510"/>
                </a:lnTo>
                <a:lnTo>
                  <a:pt x="206123" y="430530"/>
                </a:lnTo>
                <a:lnTo>
                  <a:pt x="212789" y="422910"/>
                </a:lnTo>
                <a:lnTo>
                  <a:pt x="221012" y="422910"/>
                </a:lnTo>
                <a:lnTo>
                  <a:pt x="221012" y="381000"/>
                </a:lnTo>
                <a:close/>
              </a:path>
              <a:path w="657225" h="661670">
                <a:moveTo>
                  <a:pt x="492764" y="524510"/>
                </a:moveTo>
                <a:lnTo>
                  <a:pt x="471822" y="524510"/>
                </a:lnTo>
                <a:lnTo>
                  <a:pt x="492764" y="528615"/>
                </a:lnTo>
                <a:lnTo>
                  <a:pt x="492764" y="524510"/>
                </a:lnTo>
                <a:close/>
              </a:path>
              <a:path w="657225" h="661670">
                <a:moveTo>
                  <a:pt x="236364" y="381000"/>
                </a:moveTo>
                <a:lnTo>
                  <a:pt x="221012" y="381000"/>
                </a:lnTo>
                <a:lnTo>
                  <a:pt x="221012" y="422910"/>
                </a:lnTo>
                <a:lnTo>
                  <a:pt x="248772" y="422910"/>
                </a:lnTo>
                <a:lnTo>
                  <a:pt x="248772" y="402590"/>
                </a:lnTo>
                <a:lnTo>
                  <a:pt x="230645" y="392430"/>
                </a:lnTo>
                <a:lnTo>
                  <a:pt x="236364" y="381000"/>
                </a:lnTo>
                <a:close/>
              </a:path>
              <a:path w="657225" h="661670">
                <a:moveTo>
                  <a:pt x="248772" y="402590"/>
                </a:moveTo>
                <a:lnTo>
                  <a:pt x="248772" y="422910"/>
                </a:lnTo>
                <a:lnTo>
                  <a:pt x="408231" y="422910"/>
                </a:lnTo>
                <a:lnTo>
                  <a:pt x="408231" y="412750"/>
                </a:lnTo>
                <a:lnTo>
                  <a:pt x="266900" y="412750"/>
                </a:lnTo>
                <a:lnTo>
                  <a:pt x="248772" y="402590"/>
                </a:lnTo>
                <a:close/>
              </a:path>
              <a:path w="657225" h="661670">
                <a:moveTo>
                  <a:pt x="435992" y="381000"/>
                </a:moveTo>
                <a:lnTo>
                  <a:pt x="420640" y="381000"/>
                </a:lnTo>
                <a:lnTo>
                  <a:pt x="426359" y="392430"/>
                </a:lnTo>
                <a:lnTo>
                  <a:pt x="408231" y="402590"/>
                </a:lnTo>
                <a:lnTo>
                  <a:pt x="408231" y="422910"/>
                </a:lnTo>
                <a:lnTo>
                  <a:pt x="435992" y="422910"/>
                </a:lnTo>
                <a:lnTo>
                  <a:pt x="435992" y="381000"/>
                </a:lnTo>
                <a:close/>
              </a:path>
              <a:path w="657225" h="661670">
                <a:moveTo>
                  <a:pt x="282192" y="381000"/>
                </a:moveTo>
                <a:lnTo>
                  <a:pt x="248772" y="381000"/>
                </a:lnTo>
                <a:lnTo>
                  <a:pt x="248772" y="402590"/>
                </a:lnTo>
                <a:lnTo>
                  <a:pt x="266900" y="412750"/>
                </a:lnTo>
                <a:lnTo>
                  <a:pt x="279789" y="387350"/>
                </a:lnTo>
                <a:lnTo>
                  <a:pt x="282192" y="381000"/>
                </a:lnTo>
                <a:close/>
              </a:path>
              <a:path w="657225" h="661670">
                <a:moveTo>
                  <a:pt x="374812" y="381000"/>
                </a:moveTo>
                <a:lnTo>
                  <a:pt x="282192" y="381000"/>
                </a:lnTo>
                <a:lnTo>
                  <a:pt x="279789" y="387350"/>
                </a:lnTo>
                <a:lnTo>
                  <a:pt x="266900" y="412750"/>
                </a:lnTo>
                <a:lnTo>
                  <a:pt x="390104" y="412750"/>
                </a:lnTo>
                <a:lnTo>
                  <a:pt x="377215" y="387350"/>
                </a:lnTo>
                <a:lnTo>
                  <a:pt x="374812" y="381000"/>
                </a:lnTo>
                <a:close/>
              </a:path>
              <a:path w="657225" h="661670">
                <a:moveTo>
                  <a:pt x="399965" y="316005"/>
                </a:moveTo>
                <a:lnTo>
                  <a:pt x="381676" y="321310"/>
                </a:lnTo>
                <a:lnTo>
                  <a:pt x="359073" y="325706"/>
                </a:lnTo>
                <a:lnTo>
                  <a:pt x="360019" y="332740"/>
                </a:lnTo>
                <a:lnTo>
                  <a:pt x="367123" y="360680"/>
                </a:lnTo>
                <a:lnTo>
                  <a:pt x="377215" y="387350"/>
                </a:lnTo>
                <a:lnTo>
                  <a:pt x="390104" y="412750"/>
                </a:lnTo>
                <a:lnTo>
                  <a:pt x="408231" y="402590"/>
                </a:lnTo>
                <a:lnTo>
                  <a:pt x="408231" y="381000"/>
                </a:lnTo>
                <a:lnTo>
                  <a:pt x="420640" y="381000"/>
                </a:lnTo>
                <a:lnTo>
                  <a:pt x="415556" y="370840"/>
                </a:lnTo>
                <a:lnTo>
                  <a:pt x="407099" y="347980"/>
                </a:lnTo>
                <a:lnTo>
                  <a:pt x="401146" y="325120"/>
                </a:lnTo>
                <a:lnTo>
                  <a:pt x="399965" y="316005"/>
                </a:lnTo>
                <a:close/>
              </a:path>
              <a:path w="657225" h="661670">
                <a:moveTo>
                  <a:pt x="408231" y="402590"/>
                </a:moveTo>
                <a:lnTo>
                  <a:pt x="390104" y="412750"/>
                </a:lnTo>
                <a:lnTo>
                  <a:pt x="408231" y="412750"/>
                </a:lnTo>
                <a:lnTo>
                  <a:pt x="408231" y="402590"/>
                </a:lnTo>
                <a:close/>
              </a:path>
              <a:path w="657225" h="661670">
                <a:moveTo>
                  <a:pt x="257039" y="316005"/>
                </a:moveTo>
                <a:lnTo>
                  <a:pt x="255858" y="325120"/>
                </a:lnTo>
                <a:lnTo>
                  <a:pt x="249904" y="347980"/>
                </a:lnTo>
                <a:lnTo>
                  <a:pt x="241447" y="370840"/>
                </a:lnTo>
                <a:lnTo>
                  <a:pt x="230645" y="392430"/>
                </a:lnTo>
                <a:lnTo>
                  <a:pt x="248772" y="402590"/>
                </a:lnTo>
                <a:lnTo>
                  <a:pt x="248772" y="381000"/>
                </a:lnTo>
                <a:lnTo>
                  <a:pt x="282192" y="381000"/>
                </a:lnTo>
                <a:lnTo>
                  <a:pt x="289881" y="360680"/>
                </a:lnTo>
                <a:lnTo>
                  <a:pt x="296985" y="332740"/>
                </a:lnTo>
                <a:lnTo>
                  <a:pt x="297839" y="326390"/>
                </a:lnTo>
                <a:lnTo>
                  <a:pt x="297931" y="325706"/>
                </a:lnTo>
                <a:lnTo>
                  <a:pt x="275328" y="321310"/>
                </a:lnTo>
                <a:lnTo>
                  <a:pt x="257039" y="316005"/>
                </a:lnTo>
                <a:close/>
              </a:path>
              <a:path w="657225" h="661670">
                <a:moveTo>
                  <a:pt x="420640" y="381000"/>
                </a:moveTo>
                <a:lnTo>
                  <a:pt x="408231" y="381000"/>
                </a:lnTo>
                <a:lnTo>
                  <a:pt x="408231" y="402590"/>
                </a:lnTo>
                <a:lnTo>
                  <a:pt x="426359" y="392430"/>
                </a:lnTo>
                <a:lnTo>
                  <a:pt x="420640" y="381000"/>
                </a:lnTo>
                <a:close/>
              </a:path>
              <a:path w="657225" h="661670">
                <a:moveTo>
                  <a:pt x="284733" y="280670"/>
                </a:moveTo>
                <a:lnTo>
                  <a:pt x="280030" y="300990"/>
                </a:lnTo>
                <a:lnTo>
                  <a:pt x="300912" y="303530"/>
                </a:lnTo>
                <a:lnTo>
                  <a:pt x="298009" y="325120"/>
                </a:lnTo>
                <a:lnTo>
                  <a:pt x="297931" y="325706"/>
                </a:lnTo>
                <a:lnTo>
                  <a:pt x="301483" y="326390"/>
                </a:lnTo>
                <a:lnTo>
                  <a:pt x="314895" y="327660"/>
                </a:lnTo>
                <a:lnTo>
                  <a:pt x="328502" y="327660"/>
                </a:lnTo>
                <a:lnTo>
                  <a:pt x="328502" y="285750"/>
                </a:lnTo>
                <a:lnTo>
                  <a:pt x="317279" y="285750"/>
                </a:lnTo>
                <a:lnTo>
                  <a:pt x="295378" y="283210"/>
                </a:lnTo>
                <a:lnTo>
                  <a:pt x="284733" y="280670"/>
                </a:lnTo>
                <a:close/>
              </a:path>
              <a:path w="657225" h="661670">
                <a:moveTo>
                  <a:pt x="372271" y="280670"/>
                </a:moveTo>
                <a:lnTo>
                  <a:pt x="361626" y="283210"/>
                </a:lnTo>
                <a:lnTo>
                  <a:pt x="339725" y="285750"/>
                </a:lnTo>
                <a:lnTo>
                  <a:pt x="328502" y="285750"/>
                </a:lnTo>
                <a:lnTo>
                  <a:pt x="328502" y="327660"/>
                </a:lnTo>
                <a:lnTo>
                  <a:pt x="342109" y="327660"/>
                </a:lnTo>
                <a:lnTo>
                  <a:pt x="355521" y="326390"/>
                </a:lnTo>
                <a:lnTo>
                  <a:pt x="359073" y="325706"/>
                </a:lnTo>
                <a:lnTo>
                  <a:pt x="356092" y="303530"/>
                </a:lnTo>
                <a:lnTo>
                  <a:pt x="377117" y="301611"/>
                </a:lnTo>
                <a:lnTo>
                  <a:pt x="372271" y="280670"/>
                </a:lnTo>
                <a:close/>
              </a:path>
              <a:path w="657225" h="661670">
                <a:moveTo>
                  <a:pt x="280030" y="300990"/>
                </a:moveTo>
                <a:lnTo>
                  <a:pt x="275328" y="321310"/>
                </a:lnTo>
                <a:lnTo>
                  <a:pt x="297931" y="325706"/>
                </a:lnTo>
                <a:lnTo>
                  <a:pt x="300912" y="303530"/>
                </a:lnTo>
                <a:lnTo>
                  <a:pt x="280030" y="300990"/>
                </a:lnTo>
                <a:close/>
              </a:path>
              <a:path w="657225" h="661670">
                <a:moveTo>
                  <a:pt x="377117" y="301611"/>
                </a:moveTo>
                <a:lnTo>
                  <a:pt x="356092" y="303530"/>
                </a:lnTo>
                <a:lnTo>
                  <a:pt x="358994" y="325120"/>
                </a:lnTo>
                <a:lnTo>
                  <a:pt x="359073" y="325706"/>
                </a:lnTo>
                <a:lnTo>
                  <a:pt x="381676" y="321310"/>
                </a:lnTo>
                <a:lnTo>
                  <a:pt x="377117" y="301611"/>
                </a:lnTo>
                <a:close/>
              </a:path>
              <a:path w="657225" h="661670">
                <a:moveTo>
                  <a:pt x="259149" y="299720"/>
                </a:moveTo>
                <a:lnTo>
                  <a:pt x="257039" y="316005"/>
                </a:lnTo>
                <a:lnTo>
                  <a:pt x="275328" y="321310"/>
                </a:lnTo>
                <a:lnTo>
                  <a:pt x="280030" y="300990"/>
                </a:lnTo>
                <a:lnTo>
                  <a:pt x="259149" y="299720"/>
                </a:lnTo>
                <a:close/>
              </a:path>
              <a:path w="657225" h="661670">
                <a:moveTo>
                  <a:pt x="397855" y="299720"/>
                </a:moveTo>
                <a:lnTo>
                  <a:pt x="377117" y="301611"/>
                </a:lnTo>
                <a:lnTo>
                  <a:pt x="381676" y="321310"/>
                </a:lnTo>
                <a:lnTo>
                  <a:pt x="399965" y="316005"/>
                </a:lnTo>
                <a:lnTo>
                  <a:pt x="397855" y="299720"/>
                </a:lnTo>
                <a:close/>
              </a:path>
              <a:path w="657225" h="661670">
                <a:moveTo>
                  <a:pt x="184274" y="278173"/>
                </a:moveTo>
                <a:lnTo>
                  <a:pt x="200817" y="290830"/>
                </a:lnTo>
                <a:lnTo>
                  <a:pt x="224153" y="303530"/>
                </a:lnTo>
                <a:lnTo>
                  <a:pt x="249055" y="313690"/>
                </a:lnTo>
                <a:lnTo>
                  <a:pt x="257039" y="316005"/>
                </a:lnTo>
                <a:lnTo>
                  <a:pt x="259149" y="299720"/>
                </a:lnTo>
                <a:lnTo>
                  <a:pt x="280324" y="299720"/>
                </a:lnTo>
                <a:lnTo>
                  <a:pt x="284733" y="280670"/>
                </a:lnTo>
                <a:lnTo>
                  <a:pt x="280418" y="279400"/>
                </a:lnTo>
                <a:lnTo>
                  <a:pt x="190703" y="279400"/>
                </a:lnTo>
                <a:lnTo>
                  <a:pt x="184274" y="278173"/>
                </a:lnTo>
                <a:close/>
              </a:path>
              <a:path w="657225" h="661670">
                <a:moveTo>
                  <a:pt x="439852" y="299720"/>
                </a:moveTo>
                <a:lnTo>
                  <a:pt x="397855" y="299720"/>
                </a:lnTo>
                <a:lnTo>
                  <a:pt x="399965" y="316005"/>
                </a:lnTo>
                <a:lnTo>
                  <a:pt x="407949" y="313690"/>
                </a:lnTo>
                <a:lnTo>
                  <a:pt x="432851" y="303530"/>
                </a:lnTo>
                <a:lnTo>
                  <a:pt x="439852" y="299720"/>
                </a:lnTo>
                <a:close/>
              </a:path>
              <a:path w="657225" h="661670">
                <a:moveTo>
                  <a:pt x="451250" y="242570"/>
                </a:moveTo>
                <a:lnTo>
                  <a:pt x="433492" y="255270"/>
                </a:lnTo>
                <a:lnTo>
                  <a:pt x="414303" y="265430"/>
                </a:lnTo>
                <a:lnTo>
                  <a:pt x="393843" y="274320"/>
                </a:lnTo>
                <a:lnTo>
                  <a:pt x="372271" y="280670"/>
                </a:lnTo>
                <a:lnTo>
                  <a:pt x="377117" y="301611"/>
                </a:lnTo>
                <a:lnTo>
                  <a:pt x="397855" y="299720"/>
                </a:lnTo>
                <a:lnTo>
                  <a:pt x="439852" y="299720"/>
                </a:lnTo>
                <a:lnTo>
                  <a:pt x="456187" y="290830"/>
                </a:lnTo>
                <a:lnTo>
                  <a:pt x="471126" y="279400"/>
                </a:lnTo>
                <a:lnTo>
                  <a:pt x="466300" y="279400"/>
                </a:lnTo>
                <a:lnTo>
                  <a:pt x="464569" y="259155"/>
                </a:lnTo>
                <a:lnTo>
                  <a:pt x="451250" y="242570"/>
                </a:lnTo>
                <a:close/>
              </a:path>
              <a:path w="657225" h="661670">
                <a:moveTo>
                  <a:pt x="280324" y="299720"/>
                </a:moveTo>
                <a:lnTo>
                  <a:pt x="259149" y="299720"/>
                </a:lnTo>
                <a:lnTo>
                  <a:pt x="280030" y="300990"/>
                </a:lnTo>
                <a:lnTo>
                  <a:pt x="280324" y="299720"/>
                </a:lnTo>
                <a:close/>
              </a:path>
              <a:path w="657225" h="661670">
                <a:moveTo>
                  <a:pt x="192489" y="259155"/>
                </a:moveTo>
                <a:lnTo>
                  <a:pt x="186972" y="265430"/>
                </a:lnTo>
                <a:lnTo>
                  <a:pt x="179238" y="274320"/>
                </a:lnTo>
                <a:lnTo>
                  <a:pt x="184274" y="278173"/>
                </a:lnTo>
                <a:lnTo>
                  <a:pt x="190703" y="279400"/>
                </a:lnTo>
                <a:lnTo>
                  <a:pt x="192489" y="259155"/>
                </a:lnTo>
                <a:close/>
              </a:path>
              <a:path w="657225" h="661670">
                <a:moveTo>
                  <a:pt x="205753" y="242570"/>
                </a:moveTo>
                <a:lnTo>
                  <a:pt x="193006" y="258445"/>
                </a:lnTo>
                <a:lnTo>
                  <a:pt x="192489" y="259155"/>
                </a:lnTo>
                <a:lnTo>
                  <a:pt x="190811" y="278173"/>
                </a:lnTo>
                <a:lnTo>
                  <a:pt x="190703" y="279400"/>
                </a:lnTo>
                <a:lnTo>
                  <a:pt x="280418" y="279400"/>
                </a:lnTo>
                <a:lnTo>
                  <a:pt x="263161" y="274320"/>
                </a:lnTo>
                <a:lnTo>
                  <a:pt x="242700" y="265430"/>
                </a:lnTo>
                <a:lnTo>
                  <a:pt x="223512" y="255270"/>
                </a:lnTo>
                <a:lnTo>
                  <a:pt x="205753" y="242570"/>
                </a:lnTo>
                <a:close/>
              </a:path>
              <a:path w="657225" h="661670">
                <a:moveTo>
                  <a:pt x="464574" y="259155"/>
                </a:moveTo>
                <a:lnTo>
                  <a:pt x="466196" y="278173"/>
                </a:lnTo>
                <a:lnTo>
                  <a:pt x="466300" y="279400"/>
                </a:lnTo>
                <a:lnTo>
                  <a:pt x="472730" y="278173"/>
                </a:lnTo>
                <a:lnTo>
                  <a:pt x="477766" y="274320"/>
                </a:lnTo>
                <a:lnTo>
                  <a:pt x="464574" y="259155"/>
                </a:lnTo>
                <a:close/>
              </a:path>
              <a:path w="657225" h="661670">
                <a:moveTo>
                  <a:pt x="472730" y="278173"/>
                </a:moveTo>
                <a:lnTo>
                  <a:pt x="466300" y="279400"/>
                </a:lnTo>
                <a:lnTo>
                  <a:pt x="471126" y="279400"/>
                </a:lnTo>
                <a:lnTo>
                  <a:pt x="472730" y="278173"/>
                </a:lnTo>
                <a:close/>
              </a:path>
              <a:path w="657225" h="661670">
                <a:moveTo>
                  <a:pt x="20649" y="100330"/>
                </a:moveTo>
                <a:lnTo>
                  <a:pt x="0" y="104140"/>
                </a:lnTo>
                <a:lnTo>
                  <a:pt x="12938" y="148590"/>
                </a:lnTo>
                <a:lnTo>
                  <a:pt x="35030" y="189230"/>
                </a:lnTo>
                <a:lnTo>
                  <a:pt x="65063" y="223520"/>
                </a:lnTo>
                <a:lnTo>
                  <a:pt x="101827" y="251460"/>
                </a:lnTo>
                <a:lnTo>
                  <a:pt x="144110" y="270510"/>
                </a:lnTo>
                <a:lnTo>
                  <a:pt x="184274" y="278173"/>
                </a:lnTo>
                <a:lnTo>
                  <a:pt x="179238" y="274320"/>
                </a:lnTo>
                <a:lnTo>
                  <a:pt x="143398" y="238760"/>
                </a:lnTo>
                <a:lnTo>
                  <a:pt x="130085" y="217092"/>
                </a:lnTo>
                <a:lnTo>
                  <a:pt x="110629" y="207010"/>
                </a:lnTo>
                <a:lnTo>
                  <a:pt x="78343" y="176530"/>
                </a:lnTo>
                <a:lnTo>
                  <a:pt x="54671" y="139700"/>
                </a:lnTo>
                <a:lnTo>
                  <a:pt x="48771" y="120650"/>
                </a:lnTo>
                <a:lnTo>
                  <a:pt x="24981" y="120650"/>
                </a:lnTo>
                <a:lnTo>
                  <a:pt x="20649" y="100330"/>
                </a:lnTo>
                <a:close/>
              </a:path>
              <a:path w="657225" h="661670">
                <a:moveTo>
                  <a:pt x="609775" y="115671"/>
                </a:moveTo>
                <a:lnTo>
                  <a:pt x="602333" y="139700"/>
                </a:lnTo>
                <a:lnTo>
                  <a:pt x="578661" y="176530"/>
                </a:lnTo>
                <a:lnTo>
                  <a:pt x="546375" y="207010"/>
                </a:lnTo>
                <a:lnTo>
                  <a:pt x="526919" y="217092"/>
                </a:lnTo>
                <a:lnTo>
                  <a:pt x="513606" y="238760"/>
                </a:lnTo>
                <a:lnTo>
                  <a:pt x="477766" y="274320"/>
                </a:lnTo>
                <a:lnTo>
                  <a:pt x="472730" y="278173"/>
                </a:lnTo>
                <a:lnTo>
                  <a:pt x="512893" y="270510"/>
                </a:lnTo>
                <a:lnTo>
                  <a:pt x="555177" y="251460"/>
                </a:lnTo>
                <a:lnTo>
                  <a:pt x="591941" y="223520"/>
                </a:lnTo>
                <a:lnTo>
                  <a:pt x="621974" y="189230"/>
                </a:lnTo>
                <a:lnTo>
                  <a:pt x="644066" y="148590"/>
                </a:lnTo>
                <a:lnTo>
                  <a:pt x="652199" y="120650"/>
                </a:lnTo>
                <a:lnTo>
                  <a:pt x="632023" y="120650"/>
                </a:lnTo>
                <a:lnTo>
                  <a:pt x="609775" y="115671"/>
                </a:lnTo>
                <a:close/>
              </a:path>
              <a:path w="657225" h="661670">
                <a:moveTo>
                  <a:pt x="130085" y="217092"/>
                </a:moveTo>
                <a:lnTo>
                  <a:pt x="143398" y="238760"/>
                </a:lnTo>
                <a:lnTo>
                  <a:pt x="179238" y="274320"/>
                </a:lnTo>
                <a:lnTo>
                  <a:pt x="192496" y="258445"/>
                </a:lnTo>
                <a:lnTo>
                  <a:pt x="192812" y="255270"/>
                </a:lnTo>
                <a:lnTo>
                  <a:pt x="194183" y="238760"/>
                </a:lnTo>
                <a:lnTo>
                  <a:pt x="194288" y="237490"/>
                </a:lnTo>
                <a:lnTo>
                  <a:pt x="149840" y="227330"/>
                </a:lnTo>
                <a:lnTo>
                  <a:pt x="130085" y="217092"/>
                </a:lnTo>
                <a:close/>
              </a:path>
              <a:path w="657225" h="661670">
                <a:moveTo>
                  <a:pt x="192548" y="258445"/>
                </a:moveTo>
                <a:lnTo>
                  <a:pt x="191902" y="259155"/>
                </a:lnTo>
                <a:lnTo>
                  <a:pt x="179238" y="274320"/>
                </a:lnTo>
                <a:lnTo>
                  <a:pt x="192430" y="259155"/>
                </a:lnTo>
                <a:lnTo>
                  <a:pt x="192548" y="258445"/>
                </a:lnTo>
                <a:close/>
              </a:path>
              <a:path w="657225" h="661670">
                <a:moveTo>
                  <a:pt x="464508" y="258445"/>
                </a:moveTo>
                <a:lnTo>
                  <a:pt x="464574" y="259155"/>
                </a:lnTo>
                <a:lnTo>
                  <a:pt x="477766" y="274320"/>
                </a:lnTo>
                <a:lnTo>
                  <a:pt x="464508" y="258445"/>
                </a:lnTo>
                <a:close/>
              </a:path>
              <a:path w="657225" h="661670">
                <a:moveTo>
                  <a:pt x="526919" y="217092"/>
                </a:moveTo>
                <a:lnTo>
                  <a:pt x="507164" y="227330"/>
                </a:lnTo>
                <a:lnTo>
                  <a:pt x="462716" y="237490"/>
                </a:lnTo>
                <a:lnTo>
                  <a:pt x="464508" y="258445"/>
                </a:lnTo>
                <a:lnTo>
                  <a:pt x="477766" y="274320"/>
                </a:lnTo>
                <a:lnTo>
                  <a:pt x="513606" y="238760"/>
                </a:lnTo>
                <a:lnTo>
                  <a:pt x="526919" y="217092"/>
                </a:lnTo>
                <a:close/>
              </a:path>
              <a:path w="657225" h="661670">
                <a:moveTo>
                  <a:pt x="205753" y="242570"/>
                </a:moveTo>
                <a:lnTo>
                  <a:pt x="195147" y="255270"/>
                </a:lnTo>
                <a:lnTo>
                  <a:pt x="192548" y="258445"/>
                </a:lnTo>
                <a:lnTo>
                  <a:pt x="192489" y="259155"/>
                </a:lnTo>
                <a:lnTo>
                  <a:pt x="193006" y="258445"/>
                </a:lnTo>
                <a:lnTo>
                  <a:pt x="205753" y="242570"/>
                </a:lnTo>
                <a:close/>
              </a:path>
              <a:path w="657225" h="661670">
                <a:moveTo>
                  <a:pt x="134463" y="62230"/>
                </a:moveTo>
                <a:lnTo>
                  <a:pt x="110508" y="62230"/>
                </a:lnTo>
                <a:lnTo>
                  <a:pt x="116535" y="104140"/>
                </a:lnTo>
                <a:lnTo>
                  <a:pt x="94410" y="107803"/>
                </a:lnTo>
                <a:lnTo>
                  <a:pt x="98687" y="146050"/>
                </a:lnTo>
                <a:lnTo>
                  <a:pt x="116087" y="194310"/>
                </a:lnTo>
                <a:lnTo>
                  <a:pt x="149840" y="227330"/>
                </a:lnTo>
                <a:lnTo>
                  <a:pt x="194288" y="237490"/>
                </a:lnTo>
                <a:lnTo>
                  <a:pt x="192548" y="258445"/>
                </a:lnTo>
                <a:lnTo>
                  <a:pt x="195147" y="255270"/>
                </a:lnTo>
                <a:lnTo>
                  <a:pt x="205753" y="242570"/>
                </a:lnTo>
                <a:lnTo>
                  <a:pt x="176242" y="212090"/>
                </a:lnTo>
                <a:lnTo>
                  <a:pt x="153777" y="176530"/>
                </a:lnTo>
                <a:lnTo>
                  <a:pt x="139478" y="135890"/>
                </a:lnTo>
                <a:lnTo>
                  <a:pt x="134463" y="91440"/>
                </a:lnTo>
                <a:lnTo>
                  <a:pt x="134463" y="62230"/>
                </a:lnTo>
                <a:close/>
              </a:path>
              <a:path w="657225" h="661670">
                <a:moveTo>
                  <a:pt x="522540" y="53689"/>
                </a:moveTo>
                <a:lnTo>
                  <a:pt x="517526" y="135890"/>
                </a:lnTo>
                <a:lnTo>
                  <a:pt x="503227" y="176530"/>
                </a:lnTo>
                <a:lnTo>
                  <a:pt x="480762" y="212090"/>
                </a:lnTo>
                <a:lnTo>
                  <a:pt x="451250" y="242570"/>
                </a:lnTo>
                <a:lnTo>
                  <a:pt x="464508" y="258445"/>
                </a:lnTo>
                <a:lnTo>
                  <a:pt x="462824" y="238760"/>
                </a:lnTo>
                <a:lnTo>
                  <a:pt x="462716" y="237490"/>
                </a:lnTo>
                <a:lnTo>
                  <a:pt x="507164" y="227330"/>
                </a:lnTo>
                <a:lnTo>
                  <a:pt x="526919" y="217092"/>
                </a:lnTo>
                <a:lnTo>
                  <a:pt x="540917" y="194310"/>
                </a:lnTo>
                <a:lnTo>
                  <a:pt x="558317" y="146050"/>
                </a:lnTo>
                <a:lnTo>
                  <a:pt x="562578" y="107950"/>
                </a:lnTo>
                <a:lnTo>
                  <a:pt x="562594" y="107803"/>
                </a:lnTo>
                <a:lnTo>
                  <a:pt x="540469" y="104140"/>
                </a:lnTo>
                <a:lnTo>
                  <a:pt x="543482" y="83820"/>
                </a:lnTo>
                <a:lnTo>
                  <a:pt x="546496" y="62230"/>
                </a:lnTo>
                <a:lnTo>
                  <a:pt x="564424" y="62230"/>
                </a:lnTo>
                <a:lnTo>
                  <a:pt x="564424" y="55880"/>
                </a:lnTo>
                <a:lnTo>
                  <a:pt x="540564" y="55880"/>
                </a:lnTo>
                <a:lnTo>
                  <a:pt x="522540" y="53689"/>
                </a:lnTo>
                <a:close/>
              </a:path>
              <a:path w="657225" h="661670">
                <a:moveTo>
                  <a:pt x="41299" y="96520"/>
                </a:moveTo>
                <a:lnTo>
                  <a:pt x="20649" y="100330"/>
                </a:lnTo>
                <a:lnTo>
                  <a:pt x="24981" y="120650"/>
                </a:lnTo>
                <a:lnTo>
                  <a:pt x="47229" y="115671"/>
                </a:lnTo>
                <a:lnTo>
                  <a:pt x="41299" y="96520"/>
                </a:lnTo>
                <a:close/>
              </a:path>
              <a:path w="657225" h="661670">
                <a:moveTo>
                  <a:pt x="47230" y="115671"/>
                </a:moveTo>
                <a:lnTo>
                  <a:pt x="24981" y="120650"/>
                </a:lnTo>
                <a:lnTo>
                  <a:pt x="48771" y="120650"/>
                </a:lnTo>
                <a:lnTo>
                  <a:pt x="47230" y="115671"/>
                </a:lnTo>
                <a:close/>
              </a:path>
              <a:path w="657225" h="661670">
                <a:moveTo>
                  <a:pt x="615705" y="96520"/>
                </a:moveTo>
                <a:lnTo>
                  <a:pt x="609775" y="115671"/>
                </a:lnTo>
                <a:lnTo>
                  <a:pt x="632023" y="120650"/>
                </a:lnTo>
                <a:lnTo>
                  <a:pt x="636355" y="100330"/>
                </a:lnTo>
                <a:lnTo>
                  <a:pt x="615705" y="96520"/>
                </a:lnTo>
                <a:close/>
              </a:path>
              <a:path w="657225" h="661670">
                <a:moveTo>
                  <a:pt x="636355" y="100330"/>
                </a:moveTo>
                <a:lnTo>
                  <a:pt x="632023" y="120650"/>
                </a:lnTo>
                <a:lnTo>
                  <a:pt x="652199" y="120650"/>
                </a:lnTo>
                <a:lnTo>
                  <a:pt x="657005" y="104140"/>
                </a:lnTo>
                <a:lnTo>
                  <a:pt x="636355" y="100330"/>
                </a:lnTo>
                <a:close/>
              </a:path>
              <a:path w="657225" h="661670">
                <a:moveTo>
                  <a:pt x="93148" y="96520"/>
                </a:moveTo>
                <a:lnTo>
                  <a:pt x="41299" y="96520"/>
                </a:lnTo>
                <a:lnTo>
                  <a:pt x="47230" y="115671"/>
                </a:lnTo>
                <a:lnTo>
                  <a:pt x="47073" y="115671"/>
                </a:lnTo>
                <a:lnTo>
                  <a:pt x="94352" y="107803"/>
                </a:lnTo>
                <a:lnTo>
                  <a:pt x="94000" y="104140"/>
                </a:lnTo>
                <a:lnTo>
                  <a:pt x="93148" y="96520"/>
                </a:lnTo>
                <a:close/>
              </a:path>
              <a:path w="657225" h="661670">
                <a:moveTo>
                  <a:pt x="564424" y="65107"/>
                </a:moveTo>
                <a:lnTo>
                  <a:pt x="564424" y="91440"/>
                </a:lnTo>
                <a:lnTo>
                  <a:pt x="562594" y="107803"/>
                </a:lnTo>
                <a:lnTo>
                  <a:pt x="609929" y="115671"/>
                </a:lnTo>
                <a:lnTo>
                  <a:pt x="609775" y="115671"/>
                </a:lnTo>
                <a:lnTo>
                  <a:pt x="615705" y="96520"/>
                </a:lnTo>
                <a:lnTo>
                  <a:pt x="637167" y="96520"/>
                </a:lnTo>
                <a:lnTo>
                  <a:pt x="640687" y="80010"/>
                </a:lnTo>
                <a:lnTo>
                  <a:pt x="617330" y="74930"/>
                </a:lnTo>
                <a:lnTo>
                  <a:pt x="593844" y="71120"/>
                </a:lnTo>
                <a:lnTo>
                  <a:pt x="570232" y="66040"/>
                </a:lnTo>
                <a:lnTo>
                  <a:pt x="564424" y="65107"/>
                </a:lnTo>
                <a:close/>
              </a:path>
              <a:path w="657225" h="661670">
                <a:moveTo>
                  <a:pt x="110508" y="62230"/>
                </a:moveTo>
                <a:lnTo>
                  <a:pt x="92580" y="65107"/>
                </a:lnTo>
                <a:lnTo>
                  <a:pt x="92580" y="91440"/>
                </a:lnTo>
                <a:lnTo>
                  <a:pt x="94410" y="107803"/>
                </a:lnTo>
                <a:lnTo>
                  <a:pt x="116535" y="104140"/>
                </a:lnTo>
                <a:lnTo>
                  <a:pt x="110508" y="62230"/>
                </a:lnTo>
                <a:close/>
              </a:path>
              <a:path w="657225" h="661670">
                <a:moveTo>
                  <a:pt x="546496" y="62230"/>
                </a:moveTo>
                <a:lnTo>
                  <a:pt x="543482" y="83820"/>
                </a:lnTo>
                <a:lnTo>
                  <a:pt x="540469" y="104140"/>
                </a:lnTo>
                <a:lnTo>
                  <a:pt x="562594" y="107803"/>
                </a:lnTo>
                <a:lnTo>
                  <a:pt x="564424" y="91440"/>
                </a:lnTo>
                <a:lnTo>
                  <a:pt x="564424" y="65107"/>
                </a:lnTo>
                <a:lnTo>
                  <a:pt x="546496" y="62230"/>
                </a:lnTo>
                <a:close/>
              </a:path>
              <a:path w="657225" h="661670">
                <a:moveTo>
                  <a:pt x="16317" y="80010"/>
                </a:moveTo>
                <a:lnTo>
                  <a:pt x="8869" y="82550"/>
                </a:lnTo>
                <a:lnTo>
                  <a:pt x="3337" y="88900"/>
                </a:lnTo>
                <a:lnTo>
                  <a:pt x="215" y="95250"/>
                </a:lnTo>
                <a:lnTo>
                  <a:pt x="92" y="100330"/>
                </a:lnTo>
                <a:lnTo>
                  <a:pt x="0" y="104140"/>
                </a:lnTo>
                <a:lnTo>
                  <a:pt x="20649" y="100330"/>
                </a:lnTo>
                <a:lnTo>
                  <a:pt x="16317" y="80010"/>
                </a:lnTo>
                <a:close/>
              </a:path>
              <a:path w="657225" h="661670">
                <a:moveTo>
                  <a:pt x="640687" y="80010"/>
                </a:moveTo>
                <a:lnTo>
                  <a:pt x="636355" y="100330"/>
                </a:lnTo>
                <a:lnTo>
                  <a:pt x="657005" y="104140"/>
                </a:lnTo>
                <a:lnTo>
                  <a:pt x="656912" y="100330"/>
                </a:lnTo>
                <a:lnTo>
                  <a:pt x="656789" y="95250"/>
                </a:lnTo>
                <a:lnTo>
                  <a:pt x="653667" y="88900"/>
                </a:lnTo>
                <a:lnTo>
                  <a:pt x="648135" y="82550"/>
                </a:lnTo>
                <a:lnTo>
                  <a:pt x="640687" y="80010"/>
                </a:lnTo>
                <a:close/>
              </a:path>
              <a:path w="657225" h="661670">
                <a:moveTo>
                  <a:pt x="92580" y="65107"/>
                </a:moveTo>
                <a:lnTo>
                  <a:pt x="86772" y="66040"/>
                </a:lnTo>
                <a:lnTo>
                  <a:pt x="63160" y="71120"/>
                </a:lnTo>
                <a:lnTo>
                  <a:pt x="39674" y="74930"/>
                </a:lnTo>
                <a:lnTo>
                  <a:pt x="16317" y="80010"/>
                </a:lnTo>
                <a:lnTo>
                  <a:pt x="20649" y="100330"/>
                </a:lnTo>
                <a:lnTo>
                  <a:pt x="41299" y="96520"/>
                </a:lnTo>
                <a:lnTo>
                  <a:pt x="93148" y="96520"/>
                </a:lnTo>
                <a:lnTo>
                  <a:pt x="92580" y="91440"/>
                </a:lnTo>
                <a:lnTo>
                  <a:pt x="92580" y="65107"/>
                </a:lnTo>
                <a:close/>
              </a:path>
              <a:path w="657225" h="661670">
                <a:moveTo>
                  <a:pt x="637167" y="96520"/>
                </a:moveTo>
                <a:lnTo>
                  <a:pt x="615705" y="96520"/>
                </a:lnTo>
                <a:lnTo>
                  <a:pt x="636355" y="100330"/>
                </a:lnTo>
                <a:lnTo>
                  <a:pt x="637167" y="96520"/>
                </a:lnTo>
                <a:close/>
              </a:path>
              <a:path w="657225" h="661670">
                <a:moveTo>
                  <a:pt x="110603" y="13970"/>
                </a:moveTo>
                <a:lnTo>
                  <a:pt x="103426" y="16510"/>
                </a:lnTo>
                <a:lnTo>
                  <a:pt x="97715" y="21590"/>
                </a:lnTo>
                <a:lnTo>
                  <a:pt x="93942" y="27940"/>
                </a:lnTo>
                <a:lnTo>
                  <a:pt x="92580" y="35560"/>
                </a:lnTo>
                <a:lnTo>
                  <a:pt x="92580" y="65107"/>
                </a:lnTo>
                <a:lnTo>
                  <a:pt x="110508" y="62230"/>
                </a:lnTo>
                <a:lnTo>
                  <a:pt x="134463" y="62230"/>
                </a:lnTo>
                <a:lnTo>
                  <a:pt x="134463" y="55880"/>
                </a:lnTo>
                <a:lnTo>
                  <a:pt x="116440" y="55880"/>
                </a:lnTo>
                <a:lnTo>
                  <a:pt x="113522" y="35560"/>
                </a:lnTo>
                <a:lnTo>
                  <a:pt x="110603" y="13970"/>
                </a:lnTo>
                <a:close/>
              </a:path>
              <a:path w="657225" h="661670">
                <a:moveTo>
                  <a:pt x="564424" y="62230"/>
                </a:moveTo>
                <a:lnTo>
                  <a:pt x="546496" y="62230"/>
                </a:lnTo>
                <a:lnTo>
                  <a:pt x="564424" y="65107"/>
                </a:lnTo>
                <a:lnTo>
                  <a:pt x="564424" y="62230"/>
                </a:lnTo>
                <a:close/>
              </a:path>
              <a:path w="657225" h="661670">
                <a:moveTo>
                  <a:pt x="328502" y="0"/>
                </a:moveTo>
                <a:lnTo>
                  <a:pt x="273272" y="0"/>
                </a:lnTo>
                <a:lnTo>
                  <a:pt x="164290" y="7620"/>
                </a:lnTo>
                <a:lnTo>
                  <a:pt x="110603" y="13970"/>
                </a:lnTo>
                <a:lnTo>
                  <a:pt x="113522" y="35560"/>
                </a:lnTo>
                <a:lnTo>
                  <a:pt x="116440" y="55880"/>
                </a:lnTo>
                <a:lnTo>
                  <a:pt x="134463" y="53689"/>
                </a:lnTo>
                <a:lnTo>
                  <a:pt x="134463" y="35560"/>
                </a:lnTo>
                <a:lnTo>
                  <a:pt x="328502" y="35560"/>
                </a:lnTo>
                <a:lnTo>
                  <a:pt x="328502" y="0"/>
                </a:lnTo>
                <a:close/>
              </a:path>
              <a:path w="657225" h="661670">
                <a:moveTo>
                  <a:pt x="134463" y="53689"/>
                </a:moveTo>
                <a:lnTo>
                  <a:pt x="116440" y="55880"/>
                </a:lnTo>
                <a:lnTo>
                  <a:pt x="134463" y="55880"/>
                </a:lnTo>
                <a:lnTo>
                  <a:pt x="134463" y="53689"/>
                </a:lnTo>
                <a:close/>
              </a:path>
              <a:path w="657225" h="661670">
                <a:moveTo>
                  <a:pt x="543394" y="35560"/>
                </a:moveTo>
                <a:lnTo>
                  <a:pt x="522540" y="35560"/>
                </a:lnTo>
                <a:lnTo>
                  <a:pt x="522540" y="53689"/>
                </a:lnTo>
                <a:lnTo>
                  <a:pt x="540564" y="55880"/>
                </a:lnTo>
                <a:lnTo>
                  <a:pt x="543394" y="35560"/>
                </a:lnTo>
                <a:close/>
              </a:path>
              <a:path w="657225" h="661670">
                <a:moveTo>
                  <a:pt x="546401" y="13970"/>
                </a:moveTo>
                <a:lnTo>
                  <a:pt x="544512" y="27940"/>
                </a:lnTo>
                <a:lnTo>
                  <a:pt x="543394" y="35560"/>
                </a:lnTo>
                <a:lnTo>
                  <a:pt x="540564" y="55880"/>
                </a:lnTo>
                <a:lnTo>
                  <a:pt x="564424" y="55880"/>
                </a:lnTo>
                <a:lnTo>
                  <a:pt x="564424" y="35560"/>
                </a:lnTo>
                <a:lnTo>
                  <a:pt x="563061" y="27940"/>
                </a:lnTo>
                <a:lnTo>
                  <a:pt x="559289" y="21590"/>
                </a:lnTo>
                <a:lnTo>
                  <a:pt x="553578" y="16510"/>
                </a:lnTo>
                <a:lnTo>
                  <a:pt x="546401" y="13970"/>
                </a:lnTo>
                <a:close/>
              </a:path>
              <a:path w="657225" h="661670">
                <a:moveTo>
                  <a:pt x="328502" y="35560"/>
                </a:moveTo>
                <a:lnTo>
                  <a:pt x="134463" y="35560"/>
                </a:lnTo>
                <a:lnTo>
                  <a:pt x="134463" y="53689"/>
                </a:lnTo>
                <a:lnTo>
                  <a:pt x="168677" y="49530"/>
                </a:lnTo>
                <a:lnTo>
                  <a:pt x="221454" y="44450"/>
                </a:lnTo>
                <a:lnTo>
                  <a:pt x="274739" y="41910"/>
                </a:lnTo>
                <a:lnTo>
                  <a:pt x="328502" y="40640"/>
                </a:lnTo>
                <a:lnTo>
                  <a:pt x="328502" y="35560"/>
                </a:lnTo>
                <a:close/>
              </a:path>
              <a:path w="657225" h="661670">
                <a:moveTo>
                  <a:pt x="383732" y="0"/>
                </a:moveTo>
                <a:lnTo>
                  <a:pt x="328502" y="0"/>
                </a:lnTo>
                <a:lnTo>
                  <a:pt x="328502" y="40640"/>
                </a:lnTo>
                <a:lnTo>
                  <a:pt x="382264" y="41910"/>
                </a:lnTo>
                <a:lnTo>
                  <a:pt x="435550" y="44450"/>
                </a:lnTo>
                <a:lnTo>
                  <a:pt x="488326" y="49530"/>
                </a:lnTo>
                <a:lnTo>
                  <a:pt x="522540" y="53689"/>
                </a:lnTo>
                <a:lnTo>
                  <a:pt x="522540" y="35560"/>
                </a:lnTo>
                <a:lnTo>
                  <a:pt x="543394" y="35560"/>
                </a:lnTo>
                <a:lnTo>
                  <a:pt x="546401" y="13970"/>
                </a:lnTo>
                <a:lnTo>
                  <a:pt x="492713" y="7620"/>
                </a:lnTo>
                <a:lnTo>
                  <a:pt x="383732" y="0"/>
                </a:lnTo>
                <a:close/>
              </a:path>
            </a:pathLst>
          </a:custGeom>
          <a:solidFill>
            <a:srgbClr val="BCC0C5"/>
          </a:solidFill>
          <a:ln w="0">
            <a:solidFill>
              <a:srgbClr val="BCC0C5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38BF0FC-628A-C50D-290C-2F7A1B74A3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4803" y="4564034"/>
            <a:ext cx="3098368" cy="143357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0</Words>
  <Application>Microsoft Office PowerPoint</Application>
  <PresentationFormat>Custom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Isaiah Chastain</cp:lastModifiedBy>
  <cp:revision>1</cp:revision>
  <dcterms:created xsi:type="dcterms:W3CDTF">2025-12-02T17:07:31Z</dcterms:created>
  <dcterms:modified xsi:type="dcterms:W3CDTF">2025-12-02T17:25:16Z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2025-12-02T00:00:00Z</vt:filetime>
  </property>
  <property fmtid="{D5CDD505-2E9C-101B-9397-08002B2CF9AE}" pid="3" name="LastSaved">
    <vt:filetime>2025-12-02T00:00:00Z</vt:filetime>
  </property>
</Properties>
</file>